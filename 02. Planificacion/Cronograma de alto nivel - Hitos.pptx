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5"/>
  </p:sldMasterIdLst>
  <p:sldIdLst>
    <p:sldId id="262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D24626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46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9021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53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37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5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20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26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363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687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330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711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165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 flipH="1" flipV="1">
            <a:off x="0" y="0"/>
            <a:ext cx="9144000" cy="6858000"/>
          </a:xfrm>
          <a:prstGeom prst="rect">
            <a:avLst/>
          </a:prstGeom>
          <a:gradFill>
            <a:gsLst>
              <a:gs pos="57054">
                <a:srgbClr val="EEEEEE"/>
              </a:gs>
              <a:gs pos="0">
                <a:schemeClr val="bg1"/>
              </a:gs>
              <a:gs pos="7400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64158-0CE9-4349-B3F5-2F2E57F0D0CB}" type="datetimeFigureOut">
              <a:rPr lang="en-US" smtClean="0"/>
              <a:t>9/24/2018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59CC6-7B72-4137-928D-D85C24DCBB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854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tags" Target="../tags/tag23.xml"/><Relationship Id="rId24" Type="http://schemas.openxmlformats.org/officeDocument/2006/relationships/tags" Target="../tags/tag24.xml"/><Relationship Id="rId25" Type="http://schemas.openxmlformats.org/officeDocument/2006/relationships/tags" Target="../tags/tag25.xml"/><Relationship Id="rId26" Type="http://schemas.openxmlformats.org/officeDocument/2006/relationships/tags" Target="../tags/tag26.xml"/><Relationship Id="rId27" Type="http://schemas.openxmlformats.org/officeDocument/2006/relationships/tags" Target="../tags/tag27.xml"/><Relationship Id="rId28" Type="http://schemas.openxmlformats.org/officeDocument/2006/relationships/tags" Target="../tags/tag28.xml"/><Relationship Id="rId29" Type="http://schemas.openxmlformats.org/officeDocument/2006/relationships/tags" Target="../tags/tag29.xml"/><Relationship Id="rId30" Type="http://schemas.openxmlformats.org/officeDocument/2006/relationships/tags" Target="../tags/tag30.xml"/><Relationship Id="rId31" Type="http://schemas.openxmlformats.org/officeDocument/2006/relationships/tags" Target="../tags/tag31.xml"/><Relationship Id="rId32" Type="http://schemas.openxmlformats.org/officeDocument/2006/relationships/tags" Target="../tags/tag32.xml"/><Relationship Id="rId33" Type="http://schemas.openxmlformats.org/officeDocument/2006/relationships/tags" Target="../tags/tag33.xml"/><Relationship Id="rId34" Type="http://schemas.openxmlformats.org/officeDocument/2006/relationships/tags" Target="../tags/tag34.xml"/><Relationship Id="rId35" Type="http://schemas.openxmlformats.org/officeDocument/2006/relationships/tags" Target="../tags/tag35.xml"/><Relationship Id="rId36" Type="http://schemas.openxmlformats.org/officeDocument/2006/relationships/tags" Target="../tags/tag36.xml"/><Relationship Id="rId37" Type="http://schemas.openxmlformats.org/officeDocument/2006/relationships/tags" Target="../tags/tag37.xml"/><Relationship Id="rId38" Type="http://schemas.openxmlformats.org/officeDocument/2006/relationships/tags" Target="../tags/tag38.xml"/><Relationship Id="rId39" Type="http://schemas.openxmlformats.org/officeDocument/2006/relationships/tags" Target="../tags/tag39.xml"/><Relationship Id="rId40" Type="http://schemas.openxmlformats.org/officeDocument/2006/relationships/tags" Target="../tags/tag40.xml"/><Relationship Id="rId41" Type="http://schemas.openxmlformats.org/officeDocument/2006/relationships/tags" Target="../tags/tag41.xml"/><Relationship Id="rId42" Type="http://schemas.openxmlformats.org/officeDocument/2006/relationships/tags" Target="../tags/tag42.xml"/><Relationship Id="rId43" Type="http://schemas.openxmlformats.org/officeDocument/2006/relationships/tags" Target="../tags/tag43.xml"/><Relationship Id="rId44" Type="http://schemas.openxmlformats.org/officeDocument/2006/relationships/tags" Target="../tags/tag44.xml"/><Relationship Id="rId45" Type="http://schemas.openxmlformats.org/officeDocument/2006/relationships/tags" Target="../tags/tag45.xml"/><Relationship Id="rId46" Type="http://schemas.openxmlformats.org/officeDocument/2006/relationships/tags" Target="../tags/tag46.xml"/><Relationship Id="rId47" Type="http://schemas.openxmlformats.org/officeDocument/2006/relationships/tags" Target="../tags/tag47.xml"/><Relationship Id="rId48" Type="http://schemas.openxmlformats.org/officeDocument/2006/relationships/tags" Target="../tags/tag48.xml"/><Relationship Id="rId49" Type="http://schemas.openxmlformats.org/officeDocument/2006/relationships/tags" Target="../tags/tag49.xml"/><Relationship Id="rId50" Type="http://schemas.openxmlformats.org/officeDocument/2006/relationships/tags" Target="../tags/tag50.xml"/><Relationship Id="rId51" Type="http://schemas.openxmlformats.org/officeDocument/2006/relationships/tags" Target="../tags/tag51.xml"/><Relationship Id="rId52" Type="http://schemas.openxmlformats.org/officeDocument/2006/relationships/tags" Target="../tags/tag52.xml"/><Relationship Id="rId53" Type="http://schemas.openxmlformats.org/officeDocument/2006/relationships/tags" Target="../tags/tag53.xml"/><Relationship Id="rId54" Type="http://schemas.openxmlformats.org/officeDocument/2006/relationships/tags" Target="../tags/tag54.xml"/><Relationship Id="rId55" Type="http://schemas.openxmlformats.org/officeDocument/2006/relationships/tags" Target="../tags/tag55.xml"/><Relationship Id="rId56" Type="http://schemas.openxmlformats.org/officeDocument/2006/relationships/tags" Target="../tags/tag56.xml"/><Relationship Id="rId57" Type="http://schemas.openxmlformats.org/officeDocument/2006/relationships/tags" Target="../tags/tag57.xml"/><Relationship Id="rId58" Type="http://schemas.openxmlformats.org/officeDocument/2006/relationships/tags" Target="../tags/tag58.xml"/><Relationship Id="rId59" Type="http://schemas.openxmlformats.org/officeDocument/2006/relationships/tags" Target="../tags/tag59.xml"/><Relationship Id="rId60" Type="http://schemas.openxmlformats.org/officeDocument/2006/relationships/tags" Target="../tags/tag60.xml"/><Relationship Id="rId61" Type="http://schemas.openxmlformats.org/officeDocument/2006/relationships/tags" Target="../tags/tag61.xml"/><Relationship Id="rId62" Type="http://schemas.openxmlformats.org/officeDocument/2006/relationships/tags" Target="../tags/tag62.xml"/><Relationship Id="rId63" Type="http://schemas.openxmlformats.org/officeDocument/2006/relationships/tags" Target="../tags/tag63.xml"/><Relationship Id="rId64" Type="http://schemas.openxmlformats.org/officeDocument/2006/relationships/tags" Target="../tags/tag64.xml"/><Relationship Id="rId65" Type="http://schemas.openxmlformats.org/officeDocument/2006/relationships/tags" Target="../tags/tag65.xml"/><Relationship Id="rId66" Type="http://schemas.openxmlformats.org/officeDocument/2006/relationships/tags" Target="../tags/tag66.xml"/><Relationship Id="rId67" Type="http://schemas.openxmlformats.org/officeDocument/2006/relationships/tags" Target="../tags/tag67.xml"/><Relationship Id="rId68" Type="http://schemas.openxmlformats.org/officeDocument/2006/relationships/tags" Target="../tags/tag68.xml"/><Relationship Id="rId69" Type="http://schemas.openxmlformats.org/officeDocument/2006/relationships/tags" Target="../tags/tag69.xml"/><Relationship Id="rId70" Type="http://schemas.openxmlformats.org/officeDocument/2006/relationships/tags" Target="../tags/tag70.xml"/><Relationship Id="rId71" Type="http://schemas.openxmlformats.org/officeDocument/2006/relationships/tags" Target="../tags/tag71.xml"/><Relationship Id="rId72" Type="http://schemas.openxmlformats.org/officeDocument/2006/relationships/tags" Target="../tags/tag72.xml"/><Relationship Id="rId73" Type="http://schemas.openxmlformats.org/officeDocument/2006/relationships/tags" Target="../tags/tag73.xml"/><Relationship Id="rId74" Type="http://schemas.openxmlformats.org/officeDocument/2006/relationships/tags" Target="../tags/tag74.xml"/><Relationship Id="rId75" Type="http://schemas.openxmlformats.org/officeDocument/2006/relationships/tags" Target="../tags/tag75.xml"/><Relationship Id="rId76" Type="http://schemas.openxmlformats.org/officeDocument/2006/relationships/tags" Target="../tags/tag76.xml"/><Relationship Id="rId77" Type="http://schemas.openxmlformats.org/officeDocument/2006/relationships/tags" Target="../tags/tag77.xml"/><Relationship Id="rId78" Type="http://schemas.openxmlformats.org/officeDocument/2006/relationships/tags" Target="../tags/tag78.xml"/><Relationship Id="rId79" Type="http://schemas.openxmlformats.org/officeDocument/2006/relationships/tags" Target="../tags/tag79.xml"/><Relationship Id="rId80" Type="http://schemas.openxmlformats.org/officeDocument/2006/relationships/tags" Target="../tags/tag80.xml"/><Relationship Id="rId81" Type="http://schemas.openxmlformats.org/officeDocument/2006/relationships/tags" Target="../tags/tag81.xml"/><Relationship Id="rId82" Type="http://schemas.openxmlformats.org/officeDocument/2006/relationships/tags" Target="../tags/tag82.xml"/><Relationship Id="rId83" Type="http://schemas.openxmlformats.org/officeDocument/2006/relationships/tags" Target="../tags/tag83.xml"/><Relationship Id="rId84" Type="http://schemas.openxmlformats.org/officeDocument/2006/relationships/tags" Target="../tags/tag84.xml"/><Relationship Id="rId85" Type="http://schemas.openxmlformats.org/officeDocument/2006/relationships/tags" Target="../tags/tag85.xml"/><Relationship Id="rId86" Type="http://schemas.openxmlformats.org/officeDocument/2006/relationships/tags" Target="../tags/tag86.xml"/><Relationship Id="rId87" Type="http://schemas.openxmlformats.org/officeDocument/2006/relationships/tags" Target="../tags/tag87.xml"/><Relationship Id="rId88" Type="http://schemas.openxmlformats.org/officeDocument/2006/relationships/tags" Target="../tags/tag88.xml"/><Relationship Id="rId89" Type="http://schemas.openxmlformats.org/officeDocument/2006/relationships/tags" Target="../tags/tag89.xml"/><Relationship Id="rId90" Type="http://schemas.openxmlformats.org/officeDocument/2006/relationships/tags" Target="../tags/tag90.xml"/><Relationship Id="rId91" Type="http://schemas.openxmlformats.org/officeDocument/2006/relationships/tags" Target="../tags/tag91.xml"/><Relationship Id="rId92" Type="http://schemas.openxmlformats.org/officeDocument/2006/relationships/tags" Target="../tags/tag92.xml"/><Relationship Id="rId93" Type="http://schemas.openxmlformats.org/officeDocument/2006/relationships/tags" Target="../tags/tag93.xml"/><Relationship Id="rId94" Type="http://schemas.openxmlformats.org/officeDocument/2006/relationships/tags" Target="../tags/tag94.xml"/><Relationship Id="rId95" Type="http://schemas.openxmlformats.org/officeDocument/2006/relationships/tags" Target="../tags/tag95.xml"/><Relationship Id="rId96" Type="http://schemas.openxmlformats.org/officeDocument/2006/relationships/tags" Target="../tags/tag96.xml"/><Relationship Id="rId97" Type="http://schemas.openxmlformats.org/officeDocument/2006/relationships/tags" Target="../tags/tag97.xml"/><Relationship Id="rId98" Type="http://schemas.openxmlformats.org/officeDocument/2006/relationships/tags" Target="../tags/tag98.xml"/><Relationship Id="rId99" Type="http://schemas.openxmlformats.org/officeDocument/2006/relationships/tags" Target="../tags/tag99.xml"/><Relationship Id="rId100" Type="http://schemas.openxmlformats.org/officeDocument/2006/relationships/tags" Target="../tags/tag100.xml"/><Relationship Id="rId101" Type="http://schemas.openxmlformats.org/officeDocument/2006/relationships/tags" Target="../tags/tag101.xml"/><Relationship Id="rId102" Type="http://schemas.openxmlformats.org/officeDocument/2006/relationships/tags" Target="../tags/tag102.xml"/><Relationship Id="rId103" Type="http://schemas.openxmlformats.org/officeDocument/2006/relationships/tags" Target="../tags/tag103.xml"/><Relationship Id="rId104" Type="http://schemas.openxmlformats.org/officeDocument/2006/relationships/tags" Target="../tags/tag104.xml"/><Relationship Id="rId105" Type="http://schemas.openxmlformats.org/officeDocument/2006/relationships/tags" Target="../tags/tag105.xml"/><Relationship Id="rId106" Type="http://schemas.openxmlformats.org/officeDocument/2006/relationships/tags" Target="../tags/tag106.xml"/><Relationship Id="rId107" Type="http://schemas.openxmlformats.org/officeDocument/2006/relationships/tags" Target="../tags/tag107.xml"/><Relationship Id="rId108" Type="http://schemas.openxmlformats.org/officeDocument/2006/relationships/tags" Target="../tags/tag108.xml"/><Relationship Id="rId109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Cronograma de alto nivel – Hitos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Sistema Inteligente: tumores cerebrales en MRI · 1 oct – 2 nov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143000"/>
            <a:ext cx="6528261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Octubre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8357061" y="1143000"/>
            <a:ext cx="421178" cy="310896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Nov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1453896"/>
            <a:ext cx="0" cy="1700784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08760" y="1472184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1 oct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02923" y="1453896"/>
            <a:ext cx="0" cy="1700784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82883" y="1472184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8 oct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77047" y="1453896"/>
            <a:ext cx="0" cy="1700784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57007" y="1472184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15 oct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51170" y="1453896"/>
            <a:ext cx="0" cy="1700784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31130" y="1472184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22 oct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25294" y="1453896"/>
            <a:ext cx="0" cy="1700784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05254" y="1472184"/>
            <a:ext cx="64008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29 oct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0" y="1453896"/>
            <a:ext cx="0" cy="1700784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76210" y="1472184"/>
            <a:ext cx="54864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2 nov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1783080"/>
            <a:ext cx="137160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Calibri"/>
              </a:rPr>
              <a:t>Sprint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1783080"/>
            <a:ext cx="1684712" cy="347472"/>
          </a:xfrm>
          <a:prstGeom prst="round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Negocio y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240280"/>
            <a:ext cx="137160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Calibri"/>
              </a:rPr>
              <a:t>Sprint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24101" y="2240280"/>
            <a:ext cx="2737658" cy="347472"/>
          </a:xfrm>
          <a:prstGeom prst="roundRect">
            <a:avLst/>
          </a:prstGeom>
          <a:solidFill>
            <a:srgbClr val="5B84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Modelado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697480"/>
            <a:ext cx="137160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Calibri"/>
              </a:rPr>
              <a:t>Sprint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2349" y="2697480"/>
            <a:ext cx="1263534" cy="347472"/>
          </a:xfrm>
          <a:prstGeom prst="roundRect">
            <a:avLst/>
          </a:prstGeom>
          <a:solidFill>
            <a:srgbClr val="00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Evaluación y despliegue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15468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62626"/>
                </a:solidFill>
                <a:latin typeface="Calibri"/>
              </a:rPr>
              <a:t>Hitos</a:t>
            </a:r>
          </a:p>
        </p:txBody>
      </p:sp>
      <p:sp>
        <p:nvSpPr>
          <p:cNvPr id="25" name="Diamond 24"/>
          <p:cNvSpPr/>
          <p:nvPr/>
        </p:nvSpPr>
        <p:spPr>
          <a:xfrm>
            <a:off x="4140846" y="3273552"/>
            <a:ext cx="219456" cy="219456"/>
          </a:xfrm>
          <a:prstGeom prst="diamond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250574" y="3493008"/>
            <a:ext cx="0" cy="118872"/>
          </a:xfrm>
          <a:prstGeom prst="line">
            <a:avLst/>
          </a:prstGeom>
          <a:ln w="95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56214" y="3611880"/>
            <a:ext cx="1188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62626"/>
                </a:solidFill>
                <a:latin typeface="Calibri"/>
              </a:rPr>
              <a:t>Presentación S1</a:t>
            </a:r>
          </a:p>
          <a:p>
            <a:pPr algn="ctr"/>
            <a:r>
              <a:rPr sz="1000" b="1" i="0">
                <a:solidFill>
                  <a:srgbClr val="262626"/>
                </a:solidFill>
                <a:latin typeface="Calibri"/>
              </a:rPr>
              <a:t>12 oct</a:t>
            </a:r>
          </a:p>
        </p:txBody>
      </p:sp>
      <p:sp>
        <p:nvSpPr>
          <p:cNvPr id="28" name="Diamond 27"/>
          <p:cNvSpPr/>
          <p:nvPr/>
        </p:nvSpPr>
        <p:spPr>
          <a:xfrm>
            <a:off x="6457326" y="3273552"/>
            <a:ext cx="219456" cy="219456"/>
          </a:xfrm>
          <a:prstGeom prst="diamond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567054" y="3493008"/>
            <a:ext cx="0" cy="118872"/>
          </a:xfrm>
          <a:prstGeom prst="line">
            <a:avLst/>
          </a:prstGeom>
          <a:ln w="95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72694" y="3611880"/>
            <a:ext cx="1188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62626"/>
                </a:solidFill>
                <a:latin typeface="Calibri"/>
              </a:rPr>
              <a:t>Presentación S2</a:t>
            </a:r>
          </a:p>
          <a:p>
            <a:pPr algn="ctr"/>
            <a:r>
              <a:rPr sz="1000" b="1" i="0">
                <a:solidFill>
                  <a:srgbClr val="262626"/>
                </a:solidFill>
                <a:latin typeface="Calibri"/>
              </a:rPr>
              <a:t>23 oct</a:t>
            </a:r>
          </a:p>
        </p:txBody>
      </p:sp>
      <p:sp>
        <p:nvSpPr>
          <p:cNvPr id="31" name="Diamond 30"/>
          <p:cNvSpPr/>
          <p:nvPr/>
        </p:nvSpPr>
        <p:spPr>
          <a:xfrm>
            <a:off x="7931450" y="3273552"/>
            <a:ext cx="219456" cy="219456"/>
          </a:xfrm>
          <a:prstGeom prst="diamond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8041178" y="3493008"/>
            <a:ext cx="0" cy="118872"/>
          </a:xfrm>
          <a:prstGeom prst="line">
            <a:avLst/>
          </a:prstGeom>
          <a:ln w="9525">
            <a:solidFill>
              <a:srgbClr val="8C2F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46818" y="3611880"/>
            <a:ext cx="11887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62626"/>
                </a:solidFill>
                <a:latin typeface="Calibri"/>
              </a:rPr>
              <a:t>Presentación final</a:t>
            </a:r>
          </a:p>
          <a:p>
            <a:pPr algn="ctr"/>
            <a:r>
              <a:rPr sz="1000" b="1" i="0">
                <a:solidFill>
                  <a:srgbClr val="262626"/>
                </a:solidFill>
                <a:latin typeface="Calibri"/>
              </a:rPr>
              <a:t>30 oct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92930" y="1453896"/>
            <a:ext cx="0" cy="1700784"/>
          </a:xfrm>
          <a:prstGeom prst="line">
            <a:avLst/>
          </a:prstGeom>
          <a:ln w="15875">
            <a:solidFill>
              <a:srgbClr val="8C2F3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727170" y="914400"/>
            <a:ext cx="7315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00" b="1" i="0">
                <a:solidFill>
                  <a:srgbClr val="8C2F39"/>
                </a:solidFill>
                <a:latin typeface="Calibri"/>
              </a:rPr>
              <a:t>Hoy 16 oct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65760" y="4434840"/>
          <a:ext cx="84124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7406640"/>
              </a:tblGrid>
              <a:tr h="30044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Fecha</a:t>
                      </a:r>
                    </a:p>
                  </a:txBody>
                  <a:tcPr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Hito</a:t>
                      </a:r>
                    </a:p>
                  </a:txBody>
                  <a:tcPr marT="18288" marB="18288">
                    <a:solidFill>
                      <a:srgbClr val="1F3864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 oct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Inicio del proyecto y del Sprint 1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12 oct</a:t>
                      </a:r>
                    </a:p>
                  </a:txBody>
                  <a:tcPr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Presentación del Sprint 1: negocio y datos entendidos, datos preparados</a:t>
                      </a:r>
                    </a:p>
                  </a:txBody>
                  <a:tcPr marT="18288" marB="18288">
                    <a:solidFill>
                      <a:srgbClr val="F2F2F2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23 oct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Presentación del Sprint 2: modelos entrenados y comparados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30 oct</a:t>
                      </a:r>
                    </a:p>
                  </a:txBody>
                  <a:tcPr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Presentación final del proyecto</a:t>
                      </a:r>
                    </a:p>
                  </a:txBody>
                  <a:tcPr marT="18288" marB="18288">
                    <a:solidFill>
                      <a:srgbClr val="F2F2F2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31 oct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Margen de seguridad para imprevistos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626"/>
                          </a:solidFill>
                          <a:latin typeface="Calibri"/>
                        </a:rPr>
                        <a:t>2 nov</a:t>
                      </a:r>
                    </a:p>
                  </a:txBody>
                  <a:tcPr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Fecha límite del docente (entrega final)</a:t>
                      </a:r>
                    </a:p>
                  </a:txBody>
                  <a:tcPr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2264965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JSZW5kZXJpbmdPcHRpb25zIjp7Ik1pbGVzdG9uZXNPdmVybGFwcGluZ0hhbmRsaW5nT3B0aW9ucyI6MiwiVGFza3NXaXRoVGl0bGVzTG9uZ2VyVGhhblRoZVRhc2tTaGFwZURldGVjdGVkIjpmYWxzZX0sIlJlbmRlcmluZ01hcCI6eyJNaWxlc3RvbmVzIjpbeyJNaWxlc3RvbmVJZCI6ImM0MTQxYWYzLWFjMzgtNDY1Yy1iNTNmLWNjN2Y3YTRhYTlmNSIsIlRpdGxlU2hhcGVOYW1lIjoiVGV4dEJveCA1MDA0IiwiRGF0ZVNoYXBlTmFtZSI6IlRleHRCb3ggNTAwNiIsIk1hcmtlclNoYXBlTmFtZSI6IkZsb3djaGFydDogTWVyZ2UgNTAwMiIsIkNvbm5lY3RvclNoYXBlTmFtZSI6IlN0cmFpZ2h0IENvbm5lY3RvciA1MDA4In0seyJNaWxlc3RvbmVJZCI6IjQ2ZmFlOWIxLTFhMzQtNGZkNy05MTViLTYzMWQ5ZTc0YmFiYiIsIlRpdGxlU2hhcGVOYW1lIjoiVGV4dEJveCA1MDEyIiwiRGF0ZVNoYXBlTmFtZSI6IlRleHRCb3ggNTAxNCIsIk1hcmtlclNoYXBlTmFtZSI6IkRpYW1vbmQgNTAxMCIsIkNvbm5lY3RvclNoYXBlTmFtZSI6IlN0cmFpZ2h0IENvbm5lY3RvciA1MDE2In0seyJNaWxlc3RvbmVJZCI6IjZmY2Q4YzQ5LWExOGMtNGM1ZC1hZjJiLTY1ZmU1YTRmZDBjNSIsIlRpdGxlU2hhcGVOYW1lIjoiVGV4dEJveCA1MDIwIiwiRGF0ZVNoYXBlTmFtZSI6IlRleHRCb3ggNTAyMiIsIk1hcmtlclNoYXBlTmFtZSI6IkRpYW1vbmQgNTAxOCIsIkNvbm5lY3RvclNoYXBlTmFtZSI6IlN0cmFpZ2h0IENvbm5lY3RvciA1MDI0In0seyJNaWxlc3RvbmVJZCI6IjA0MDcyYjQzLTZiNDAtNDhjMC05ZDQ5LTI2NjU0OTVjNWRiNCIsIlRpdGxlU2hhcGVOYW1lIjoiVGV4dEJveCA1MDMwIiwiRGF0ZVNoYXBlTmFtZSI6IlRleHRCb3ggNTAzMiIsIk1hcmtlclNoYXBlTmFtZSI6IkZsb3djaGFydDogTWVyZ2UgNTAyOCIsIkNvbm5lY3RvclNoYXBlTmFtZSI6IlN0cmFpZ2h0IENvbm5lY3RvciA1MDM0In0seyJNaWxlc3RvbmVJZCI6IjliMzlmZWZhLWQ4MjItNDQxZi1hYWVjLTI0OTgwMzNkOGJkMSIsIlRpdGxlU2hhcGVOYW1lIjoiVGV4dEJveCA1MDQxIiwiRGF0ZVNoYXBlTmFtZSI6IlRleHRCb3ggNTA0MyIsIk1hcmtlclNoYXBlTmFtZSI6IkZsb3djaGFydDogTWVyZ2UgNTAzOSIsIkNvbm5lY3RvclNoYXBlTmFtZSI6IlN0cmFpZ2h0IENvbm5lY3RvciA1MDQ1In0seyJNaWxlc3RvbmVJZCI6IjZhZTMxYzk5LWY2ODYtNGFhZS04NDBkLWUxMTA1NjZlYTYzZCIsIlRpdGxlU2hhcGVOYW1lIjoiVGV4dEJveCA1MDUxIiwiRGF0ZVNoYXBlTmFtZSI6IlRleHRCb3ggNTA1MyIsIk1hcmtlclNoYXBlTmFtZSI6IkZsb3djaGFydDogTWVyZ2UgNTA0OSIsIkNvbm5lY3RvclNoYXBlTmFtZSI6IlN0cmFpZ2h0IENvbm5lY3RvciA1MDU1In1dLCJUYXNrcyI6W3siVGFza0lkIjoiMTFhNWZkMjAtMTY5YS00ZTVhLWEwYmUtZDA0OGRiYTA4ZmYyIiwiVGl0bGVTaGFwZU5hbWUiOiJUZXh0Qm94IDUwNjEiLCJEdXJhdGlvblRleHRTaGFwZU5hbWUiOm51bGwsIlNlZ21lbnRTaGFwZU5hbWUiOiJSZWN0YW5nbGUgNTA1OCIsIlZlcnRpY2FsTGVmdENvbm5lY3RvclNoYXBlTmFtZSI6IlN0cmFpZ2h0IENvbm5lY3RvciA1MDc3IiwiVmVydGljYWxSaWdodENvbm5lY3RvclNoYXBlTmFtZSI6IlN0cmFpZ2h0IENvbm5lY3RvciA1MDc5IiwiSG9yaXpvbnRhbENvbm5lY3RvclNoYXBlTmFtZSI6IlN0cmFpZ2h0IENvbm5lY3RvciA1MDc1IiwiTGVmdERhdGVTaGFwZU5hbWUiOiJUZXh0Qm94IDUwNjYiLCJSaWdodERhdGVTaGFwZU5hbWUiOiJUZXh0Qm94IDUwNjQiLCJPdXRzaWRlUGVyY2VudGFnZVNoYXBlTmFtZSI6IlRleHRCb3ggNTA2OSIsIkluc2lkZVBlcmNlbnRhZ2VTaGFwZU5hbWUiOiJSZWN0YW5nbGUgNTA3MSJ9LHsiVGFza0lkIjoiMjNjMTUyMzItN2QzMS00ZTk1LThlMTEtY2EyNTFmMzNmYjQ5IiwiVGl0bGVTaGFwZU5hbWUiOiJUZXh0Qm94IDUwODUiLCJEdXJhdGlvblRleHRTaGFwZU5hbWUiOm51bGwsIlNlZ21lbnRTaGFwZU5hbWUiOiJSZWN0YW5nbGUgNTA4MiIsIlZlcnRpY2FsTGVmdENvbm5lY3RvclNoYXBlTmFtZSI6IlN0cmFpZ2h0IENvbm5lY3RvciA1MTAxIiwiVmVydGljYWxSaWdodENvbm5lY3RvclNoYXBlTmFtZSI6IlN0cmFpZ2h0IENvbm5lY3RvciA1MTAzIiwiSG9yaXpvbnRhbENvbm5lY3RvclNoYXBlTmFtZSI6IlN0cmFpZ2h0IENvbm5lY3RvciA1MDk5IiwiTGVmdERhdGVTaGFwZU5hbWUiOiJUZXh0Qm94IDUwOTAiLCJSaWdodERhdGVTaGFwZU5hbWUiOiJUZXh0Qm94IDUwODgiLCJPdXRzaWRlUGVyY2VudGFnZVNoYXBlTmFtZSI6IlRleHRCb3ggNTA5MyIsIkluc2lkZVBlcmNlbnRhZ2VTaGFwZU5hbWUiOiJSZWN0YW5nbGUgNTA5NSJ9LHsiVGFza0lkIjoiZjIzZTQ2MDUtMDVjMi00ZWU4LTgxNTktYjQyMWI4MTBiN2U0IiwiVGl0bGVTaGFwZU5hbWUiOiJUZXh0Qm94IDUxMDkiLCJEdXJhdGlvblRleHRTaGFwZU5hbWUiOm51bGwsIlNlZ21lbnRTaGFwZU5hbWUiOiJSZWN0YW5nbGUgNTEwNiIsIlZlcnRpY2FsTGVmdENvbm5lY3RvclNoYXBlTmFtZSI6IlN0cmFpZ2h0IENvbm5lY3RvciA1MTI1IiwiVmVydGljYWxSaWdodENvbm5lY3RvclNoYXBlTmFtZSI6IlN0cmFpZ2h0IENvbm5lY3RvciA1MTI3IiwiSG9yaXpvbnRhbENvbm5lY3RvclNoYXBlTmFtZSI6IlN0cmFpZ2h0IENvbm5lY3RvciA1MTIzIiwiTGVmdERhdGVTaGFwZU5hbWUiOiJUZXh0Qm94IDUxMTQiLCJSaWdodERhdGVTaGFwZU5hbWUiOiJUZXh0Qm94IDUxMTIiLCJPdXRzaWRlUGVyY2VudGFnZVNoYXBlTmFtZSI6IlRleHRCb3ggNTExNyIsIkluc2lkZVBlcmNlbnRhZ2VTaGFwZU5hbWUiOiJSZWN0YW5nbGUgNTExOSJ9LHsiVGFza0lkIjoiODJkMWI3YWEtZTc3ZC00MWEyLWJlMTQtZDY5ZjVlNTAxYjFiIiwiVGl0bGVTaGFwZU5hbWUiOiJUZXh0Qm94IDUxMzMiLCJEdXJhdGlvblRleHRTaGFwZU5hbWUiOm51bGwsIlNlZ21lbnRTaGFwZU5hbWUiOiJSb3VuZGVkIFJlY3RhbmdsZSA1MTMwIiwiVmVydGljYWxMZWZ0Q29ubmVjdG9yU2hhcGVOYW1lIjoiU3RyYWlnaHQgQ29ubmVjdG9yIDUxNDkiLCJWZXJ0aWNhbFJpZ2h0Q29ubmVjdG9yU2hhcGVOYW1lIjoiU3RyYWlnaHQgQ29ubmVjdG9yIDUxNTEiLCJIb3Jpem9udGFsQ29ubmVjdG9yU2hhcGVOYW1lIjoiU3RyYWlnaHQgQ29ubmVjdG9yIDUxNDciLCJMZWZ0RGF0ZVNoYXBlTmFtZSI6IlRleHRCb3ggNTEzOCIsIlJpZ2h0RGF0ZVNoYXBlTmFtZSI6IlRleHRCb3ggNTEzNiIsIk91dHNpZGVQZXJjZW50YWdlU2hhcGVOYW1lIjoiVGV4dEJveCA1MTQxIiwiSW5zaWRlUGVyY2VudGFnZVNoYXBlTmFtZSI6IlJvdW5kZWQgUmVjdGFuZ2xlIDUxNDMifSx7IlRhc2tJZCI6IjIzYjQyY2FkLWQ5YmMtNDM3Zi1iNzM5LWM2OGM2MjczN2MzYSIsIlRpdGxlU2hhcGVOYW1lIjoiVGV4dEJveCA1MTU3IiwiRHVyYXRpb25UZXh0U2hhcGVOYW1lIjpudWxsLCJTZWdtZW50U2hhcGVOYW1lIjoiUmVjdGFuZ2xlIDUxNTQiLCJWZXJ0aWNhbExlZnRDb25uZWN0b3JTaGFwZU5hbWUiOiJTdHJhaWdodCBDb25uZWN0b3IgNTE3MCIsIlZlcnRpY2FsUmlnaHRDb25uZWN0b3JTaGFwZU5hbWUiOiJTdHJhaWdodCBDb25uZWN0b3IgNTE3MiIsIkhvcml6b250YWxDb25uZWN0b3JTaGFwZU5hbWUiOiJTdHJhaWdodCBDb25uZWN0b3IgNTE2OCIsIkxlZnREYXRlU2hhcGVOYW1lIjoiVGV4dEJveCA1MTYyIiwiUmlnaHREYXRlU2hhcGVOYW1lIjoiVGV4dEJveCA1MTYwIiwiT3V0c2lkZVBlcmNlbnRhZ2VTaGFwZU5hbWUiOiJUZXh0Qm94IDUxNjUiLCJJbnNpZGVQZXJjZW50YWdlU2hhcGVOYW1lIjoiUmVjdGFuZ2xlIDUxNjcifSx7IlRhc2tJZCI6ImZlODJhMDU0LWViNzItNDg1MS1hOTNmLTZhNjA2NDMyYmZhYyIsIlRpdGxlU2hhcGVOYW1lIjoiVGV4dEJveCA1MTc4IiwiRHVyYXRpb25UZXh0U2hhcGVOYW1lIjpudWxsLCJTZWdtZW50U2hhcGVOYW1lIjoiUGVudGFnb24gNTE3NSIsIlZlcnRpY2FsTGVmdENvbm5lY3RvclNoYXBlTmFtZSI6IlN0cmFpZ2h0IENvbm5lY3RvciA1MTkxIiwiVmVydGljYWxSaWdodENvbm5lY3RvclNoYXBlTmFtZSI6IlN0cmFpZ2h0IENvbm5lY3RvciA1MTkzIiwiSG9yaXpvbnRhbENvbm5lY3RvclNoYXBlTmFtZSI6IlN0cmFpZ2h0IENvbm5lY3RvciA1MTg5IiwiTGVmdERhdGVTaGFwZU5hbWUiOiJUZXh0Qm94IDUxODMiLCJSaWdodERhdGVTaGFwZU5hbWUiOiJUZXh0Qm94IDUxODEiLCJPdXRzaWRlUGVyY2VudGFnZVNoYXBlTmFtZSI6IlRleHRCb3ggNTE4NiIsIkluc2lkZVBlcmNlbnRhZ2VTaGFwZU5hbWUiOiJQZW50YWdvbiA1MTg4In1dLCJUaW1lYmFuZCI6eyJFbGFwc2VkVGltZVNoYXBlTmFtZSI6IlJlY3RhbmdsZSA0OTk1IiwiVG9kYXlNYXJrZXJTaGFwZU5hbWUiOiJJc29zY2VsZXMgVHJpYW5nbGUgNDk5NyIsIlRvZGF5TWFya2VyVGV4dFNoYXBlTmFtZSI6IlRleHRCb3ggNDk5OCIsIlJpZ2h0RW5kQ2Fwc1NoYXBlTmFtZSI6IlRleHRCb3ggNDk5MyIsIkxlZnRFbmRDYXBzU2hhcGVOYW1lIjoiVGV4dEJveCA0Njk5IiwiRWxhcHNlZFJlY3RhbmdsZVNoYXBlTmFtZSI6bnVsbCwiU2VnbWVudFNoYXBlc05hbWVzIjpbIlJlY3RhbmdsZSA0Njk3IiwiVGV4dEJveCA0NzAyIiwiU3RyYWlnaHQgQ29ubmVjdG9yIDQ5NjAiLCJUZXh0Qm94IDQ5NjEiLCJTdHJhaWdodCBDb25uZWN0b3IgNDk2MyIsIlRleHRCb3ggNDk2NCIsIlN0cmFpZ2h0IENvbm5lY3RvciA0OTY2IiwiVGV4dEJveCA0OTY3IiwiU3RyYWlnaHQgQ29ubmVjdG9yIDQ5NjkiLCJUZXh0Qm94IDQ5NzAiLCJTdHJhaWdodCBDb25uZWN0b3IgNDk3MiIsIlRleHRCb3ggNDk3MyIsIlN0cmFpZ2h0IENvbm5lY3RvciA0OTc1IiwiVGV4dEJveCA0OTc2IiwiU3RyYWlnaHQgQ29ubmVjdG9yIDQ5NzgiLCJUZXh0Qm94IDQ5NzkiLCJTdHJhaWdodCBDb25uZWN0b3IgNDk4MSIsIlRleHRCb3ggNDk4MiIsIlN0cmFpZ2h0IENvbm5lY3RvciA0OTg0IiwiVGV4dEJveCA0OTg1IiwiU3RyYWlnaHQgQ29ubmVjdG9yIDQ5ODciLCJUZXh0Qm94IDQ5ODgiLCJTdHJhaWdodCBDb25uZWN0b3IgNDk5MCIsIlRleHRCb3ggNDk5MSJdfX0sIkVkaXRpb24iOjEsIklzUGx1c0VkaXRpb24iOnRydWUsIkN1bHR1cmVJbmZvTmFtZSI6ImVuLVVTIiwiVmVyc2lvbiI6IjIuMy4wLjAiLCJPcmlnaW5hbEFzc2VtYmx5VmVyc2lvbiI6IjEuMDAuMDAuMDAiLCJNaWxlc3RvbmVzIjpbeyJEYXRlRm9ybWF0Ijp7IkZvcm1hdFN0cmluZyI6Ik1NTSBkIiwiU2VwYXJhdG9yIjoiLyIsIlVzZUludGVybmF0aW9uYWxEYXRlRm9ybWF0IjpmYWxzZX0sIkludGVybmFsSWQiOiI2YWUzMWM5OS1mNjg2LTRhYWUtODQwZC1lMTEwNTY2ZWE2M2QiLCJUaXRsZUxlZnQiOjEyOC40ODc1NjQsIlRpdGxlVG9wIjoxNTIuNjQ1OSwiVGl0bGVIZWlnaHQiOjEwLjY2MzE1LCJUaXRsZVRvcElzQ3VzdG9tIjpmYWxzZSwiVGl0bGVXaWR0aCI6NTUuMzc1MDQsIkNvbG9yIjoiMTU1LCAxODcsIDg5IiwiVXRjRGF0ZSI6IjIwMTQtMDEtMTBUMDA6MDA6MDBaIiwiTm90ZSI6bnVsbCwiVGl0bGUiOiJNaWxlc3RvbmUgMSIsIlN0eWxlIjoyLCJCZWxvd1RpbWViYW5kIjpmYWxzZSwiQ3VzdG9tU2V0dGluZ3MiOnsiSXNEYXRlVmlzaWJsZSI6dHJ1ZSwiVGl0bGVGb250U2V0dGluZ3MiOnsiRm9udFNpemUiOjExLCJGb250TmFtZSI6IkNhbGlicmkiLCJJc0JvbGQiOmZhbHNlLCJJc0l0YWxpYyI6ZmFsc2UsIklzVW5kZXJsaW5lZCI6ZmFsc2UsIkZvcmVncm91bmRDb2xvciI6IjAsIDAsIDAiLCJCYWNrQ29sb3IiOm51bGx9LCJEYXRlRm9udFNldHRpbmdzIjp7IkZvbnRTaXplIjoxMCwiRm9udE5hbWUiOiJDYWxpYnJpIiwiSXNCb2xkIjpmYWxzZSwiSXNJdGFsaWMiOmZhbHNlLCJJc1VuZGVybGluZWQiOmZhbHNlLCJGb3JlZ3JvdW5kQ29sb3IiOiI2OCwgODQsIDEwNiIsIkJhY2tDb2xvciI6bnVsbH0sIkNvbm5lY3RvclNldHRpbmdzIjp7IkNvbG9yIjoiMTU1LCAxODcsIDg5IiwiSXNWaXNpYmxlIjpmYWxzZSwiTGluZVdlaWdodCI6MC4xfX0sIkhpZGVEYXRlIjpmYWxzZSwiU2hhcGVUb3AiOjE1OC41MzYwNTcsIlF1aWNrU2hhcGVTaXplIjoxLCJJc1Zpc2libGUiOnRydWV9LHsiRGF0ZUZvcm1hdCI6eyJGb3JtYXRTdHJpbmciOiJNTU0gZCIsIlNlcGFyYXRvciI6Ii8iLCJVc2VJbnRlcm5hdGlvbmFsRGF0ZUZvcm1hdCI6ZmFsc2V9LCJJbnRlcm5hbElkIjoiOWIzOWZlZmEtZDgyMi00NDFmLWFhZWMtMjQ5ODAzM2Q4YmQxIiwiVGl0bGVMZWZ0IjoyMTAuMjMyMjA4LCJUaXRsZVRvcCI6MTA4LjI4OTg0MSwiVGl0bGVIZWlnaHQiOjEwLjY2MzE1LCJUaXRsZVRvcElzQ3VzdG9tIjp0cnVlLCJUaXRsZVdpZHRoIjo1NS4zNzUwNCwiQ29sb3IiOiIxOTIsIDgwLCA3NyIsIlV0Y0RhdGUiOiIyMDE0LTAzLTA3VDAwOjAwOjAwWiIsIk5vdGUiOm51bGwsIlRpdGxlIjoiTWlsZXN0b25lIDIiLCJTdHlsZSI6MiwiQmVsb3dUaW1lYmFuZCI6ZmFsc2UsIkN1c3RvbVNldHRpbmdzIjp7IklzRGF0ZVZpc2libGUiOnRydWUsIlRpdGxlRm9udFNldHRpbmdzIjp7IkZvbnRTaXplIjoxMSwiRm9udE5hbWUiOiJDYWxpYnJpIiwiSXNCb2xkIjpmYWxzZSwiSXNJdGFsaWMiOmZhbHNlLCJJc1VuZGVybGluZWQiOmZhbHNlLCJGb3JlZ3JvdW5kQ29sb3IiOiIwLCAwLCAwIiwiQmFja0NvbG9yIjpudWxsfSwiRGF0ZUZvbnRTZXR0aW5ncyI6eyJGb250U2l6ZSI6MTAsIkZvbnROYW1lIjoiQ2FsaWJyaSIsIklzQm9sZCI6ZmFsc2UsIklzSXRhbGljIjpmYWxzZSwiSXNVbmRlcmxpbmVkIjpmYWxzZSwiRm9yZWdyb3VuZENvbG9yIjoiNjgsIDg0LCAxMDYiLCJCYWNrQ29sb3IiOm51bGx9LCJDb25uZWN0b3JTZXR0aW5ncyI6eyJDb2xvciI6IjIwMCwgODAsIDgwIiwiSXNWaXNpYmxlIjpmYWxzZSwiTGluZVdlaWdodCI6MC4xfX0sIkhpZGVEYXRlIjpmYWxzZSwiU2hhcGVUb3AiOjExNC4xOCwiUXVpY2tTaGFwZVNpemUiOjEsIklzVmlzaWJsZSI6dHJ1ZX0seyJEYXRlRm9ybWF0Ijp7IkZvcm1hdFN0cmluZyI6Ik1NTSBkIiwiU2VwYXJhdG9yIjoiLyIsIlVzZUludGVybmF0aW9uYWxEYXRlRm9ybWF0IjpmYWxzZX0sIkludGVybmFsSWQiOiIwNDA3MmI0My02YjQwLTQ4YzAtOWQ0OS0yNjY1NDk1YzVkYjQiLCJUaXRsZUxlZnQiOjIyMC40NTAyNDEsIlRpdGxlVG9wIjoxNDUuODQ5NzYyLCJUaXRsZUhlaWdodCI6MTAuNjYzMTUsIlRpdGxlVG9wSXNDdXN0b20iOnRydWUsIlRpdGxlV2lkdGgiOjU1LjM3NTA0LCJDb2xvciI6IjE5MiwgODAsIDc3IiwiVXRjRGF0ZSI6IjIwMTQtMDMtMTRUMDA6MDA6MDBaIiwiTm90ZSI6bnVsbCwiVGl0bGUiOiJNaWxlc3RvbmUgMyIsIlN0eWxlIjoyLCJCZWxvd1RpbWViYW5kIjpmYWxzZSwiQ3VzdG9tU2V0dGluZ3MiOnsiSXNEYXRlVmlzaWJsZSI6dHJ1ZSwiVGl0bGVGb250U2V0dGluZ3MiOnsiRm9udFNpemUiOjExLCJGb250TmFtZSI6IkNhbGlicmkiLCJJc0JvbGQiOmZhbHNlLCJJc0l0YWxpYyI6ZmFsc2UsIklzVW5kZXJsaW5lZCI6ZmFsc2UsIkZvcmVncm91bmRDb2xvciI6IjAsIDAsIDAiLCJCYWNrQ29sb3IiOm51bGx9LCJEYXRlRm9udFNldHRpbmdzIjp7IkZvbnRTaXplIjoxMCwiRm9udE5hbWUiOiJDYWxpYnJpIiwiSXNCb2xkIjpmYWxzZSwiSXNJdGFsaWMiOmZhbHNlLCJJc1VuZGVybGluZWQiOmZhbHNlLCJGb3JlZ3JvdW5kQ29sb3IiOiI2OCwgODQsIDEwNiIsIkJhY2tDb2xvciI6bnVsbH0sIkNvbm5lY3RvclNldHRpbmdzIjp7IkNvbG9yIjoiMjAwLCA4MCwgODAiLCJJc1Zpc2libGUiOmZhbHNlLCJMaW5lV2VpZ2h0IjowLjF9fSwiSGlkZURhdGUiOmZhbHNlLCJTaGFwZVRvcCI6MTUxLjczOTkxNCwiUXVpY2tTaGFwZVNpemUiOjEsIklzVmlzaWJsZSI6dHJ1ZX0seyJEYXRlRm9ybWF0Ijp7IkZvcm1hdFN0cmluZyI6Ik1NTSBkIiwiU2VwYXJhdG9yIjoiLyIsIlVzZUludGVybmF0aW9uYWxEYXRlRm9ybWF0IjpmYWxzZX0sIkludGVybmFsSWQiOiI2ZmNkOGM0OS1hMThjLTRjNWQtYWYyYi02NWZlNWE0ZmQwYzUiLCJUaXRsZUxlZnQiOjMyNy4yMDM0LCJUaXRsZVRvcCI6MTU5LjAxOTY4NCwiVGl0bGVIZWlnaHQiOjEwLjY2MzE1LCJUaXRsZVRvcElzQ3VzdG9tIjp0cnVlLCJUaXRsZVdpZHRoIjo1NS4zNzUwNCwiQ29sb3IiOiI3OSwgMTI5LCAxODkiLCJVdGNEYXRlIjoiMjAxNC0wNi0yOVQwMDowMDowMFoiLCJOb3RlIjpudWxsLCJUaXRsZSI6Ik1pbGVzdG9uZSA0IiwiU3R5bGUiOjEsIkJlbG93VGltZWJhbmQiOmZhbHNlLCJDdXN0b21TZXR0aW5ncyI6eyJJc0RhdGVWaXNpYmxlIjp0cnVlLCJUaXRsZUZvbnRTZXR0aW5ncyI6eyJGb250U2l6ZSI6MTEsIkZvbnROYW1lIjoiQ2FsaWJyaSIsIklzQm9sZCI6ZmFsc2UsIklzSXRhbGljIjpmYWxzZSwiSXNVbmRlcmxpbmVkIjpmYWxzZSwiRm9yZWdyb3VuZENvbG9yIjoiMCwgMCwgMCIsIkJhY2tDb2xvciI6bnVsbH0sIkRhdGVGb250U2V0dGluZ3MiOnsiRm9udFNpemUiOjEwLCJGb250TmFtZSI6IkNhbGlicmkiLCJJc0JvbGQiOmZhbHNlLCJJc0l0YWxpYyI6ZmFsc2UsIklzVW5kZXJsaW5lZCI6ZmFsc2UsIkZvcmVncm91bmRDb2xvciI6IjY4LCA4NCwgMTA2IiwiQmFja0NvbG9yIjpudWxsfSwiQ29ubmVjdG9yU2V0dGluZ3MiOnsiQ29sb3IiOiI3OSwgMTI5LCAxODkiLCJJc1Zpc2libGUiOmZhbHNlLCJMaW5lV2VpZ2h0IjowLjF9fSwiSGlkZURhdGUiOmZhbHNlLCJTaGFwZVRvcCI6bnVsbCwiUXVpY2tTaGFwZVNpemUiOjEsIklzVmlzaWJsZSI6dHJ1ZX0seyJEYXRlRm9ybWF0Ijp7IkZvcm1hdFN0cmluZyI6Ik1NTSBkIiwiU2VwYXJhdG9yIjoiLyIsIlVzZUludGVybmF0aW9uYWxEYXRlRm9ybWF0IjpmYWxzZX0sIkludGVybmFsSWQiOiI0NmZhZTliMS0xYTM0LTRmZDctOTE1Yi02MzFkOWU3NGJhYmIiLCJUaXRsZUxlZnQiOjQ5Mi4xNTI0MzUsIlRpdGxlVG9wIjoxNTkuMDE5Njg0LCJUaXRsZUhlaWdodCI6MTAuNjYzMTUsIlRpdGxlVG9wSXNDdXN0b20iOnRydWUsIlRpdGxlV2lkdGgiOjU1LjM3NTA0LCJDb2xvciI6IjE1NSwgMTg3LCA4OSIsIlV0Y0RhdGUiOiIyMDE0LTEwLTIwVDAwOjAwOjAwWiIsIk5vdGUiOm51bGwsIlRpdGxlIjoiTWlsZXN0b25lIDUiLCJTdHlsZSI6MSwiQmVsb3dUaW1lYmFuZCI6ZmFsc2UsIkN1c3RvbVNldHRpbmdzIjp7IklzRGF0ZVZpc2libGUiOnRydWUsIlRpdGxlRm9udFNldHRpbmdzIjp7IkZvbnRTaXplIjoxMSwiRm9udE5hbWUiOiJDYWxpYnJpIiwiSXNCb2xkIjpmYWxzZSwiSXNJdGFsaWMiOmZhbHNlLCJJc1VuZGVybGluZWQiOmZhbHNlLCJGb3JlZ3JvdW5kQ29sb3IiOiIwLCAwLCAwIiwiQmFja0NvbG9yIjpudWxsfSwiRGF0ZUZvbnRTZXR0aW5ncyI6eyJGb250U2l6ZSI6MTAsIkZvbnROYW1lIjoiQ2FsaWJyaSIsIklzQm9sZCI6ZmFsc2UsIklzSXRhbGljIjpmYWxzZSwiSXNVbmRlcmxpbmVkIjpmYWxzZSwiRm9yZWdyb3VuZENvbG9yIjoiNjgsIDg0LCAxMDYiLCJCYWNrQ29sb3IiOm51bGx9LCJDb25uZWN0b3JTZXR0aW5ncyI6eyJDb2xvciI6IjE1NSwgMTg3LCA4OSIsIklzVmlzaWJsZSI6ZmFsc2UsIkxpbmVXZWlnaHQiOjAuMX19LCJIaWRlRGF0ZSI6ZmFsc2UsIlNoYXBlVG9wIjpudWxsLCJRdWlja1NoYXBlU2l6ZSI6MSwiSXNWaXNpYmxlIjp0cnVlfSx7IkRhdGVGb3JtYXQiOnsiRm9ybWF0U3RyaW5nIjoiTU1NIGQiLCJTZXBhcmF0b3IiOiIvIiwiVXNlSW50ZXJuYXRpb25hbERhdGVGb3JtYXQiOmZhbHNlfSwiSW50ZXJuYWxJZCI6ImM0MTQxYWYzLWFjMzgtNDY1Yy1iNTNmLWNjN2Y3YTRhYTlmNSIsIlRpdGxlTGVmdCI6NjAxLjQzODg0MywiVGl0bGVUb3AiOjE1Mi42NDU5LCJUaXRsZUhlaWdodCI6MTAuNjYzMTUsIlRpdGxlVG9wSXNDdXN0b20iOmZhbHNlLCJUaXRsZVdpZHRoIjo1NS4zNzUwNCwiQ29sb3IiOiIwLCAwLCAwIiwiVXRjRGF0ZSI6IjIwMTQtMTEtMzBUMDA6MDA6MDBaIiwiTm90ZSI6bnVsbCwiVGl0bGUiOiJNaWxlc3RvbmUgNiIsIlN0eWxlIjoyLCJCZWxvd1RpbWViYW5kIjpmYWxzZSwiQ3VzdG9tU2V0dGluZ3MiOnsiSXNEYXRlVmlzaWJsZSI6dHJ1ZSwiVGl0bGVGb250U2V0dGluZ3MiOnsiRm9udFNpemUiOjExLCJGb250TmFtZSI6IkNhbGlicmkiLCJJc0JvbGQiOmZhbHNlLCJJc0l0YWxpYyI6ZmFsc2UsIklzVW5kZXJsaW5lZCI6ZmFsc2UsIkZvcmVncm91bmRDb2xvciI6IjAsIDAsIDAiLCJCYWNrQ29sb3IiOm51bGx9LCJEYXRlRm9udFNldHRpbmdzIjp7IkZvbnRTaXplIjoxMCwiRm9udE5hbWUiOiJDYWxpYnJpIiwiSXNCb2xkIjpmYWxzZSwiSXNJdGFsaWMiOmZhbHNlLCJJc1VuZGVybGluZWQiOmZhbHNlLCJGb3JlZ3JvdW5kQ29sb3IiOiI2OCwgODQsIDEwNiIsIkJhY2tDb2xvciI6bnVsbH0sIkNvbm5lY3RvclNldHRpbmdzIjp7IkNvbG9yIjoiQmxhY2siLCJJc1Zpc2libGUiOmZhbHNlLCJMaW5lV2VpZ2h0IjowLjF9fSwiSGlkZURhdGUiOmZhbHNlLCJTaGFwZVRvcCI6MTU4LjUzNjA1NywiUXVpY2tTaGFwZVNpemUiOjEsIklzVmlzaWJsZSI6dHJ1ZX1dLCJUaW1lTGluZVR5cGUiOjEsIlRhc2tzIjpbeyJEdXJhdGlvblZhbHVlIjo0MC4wLCJEdXJhdGlvbkZvcm1hdCI6MCwiSW50ZXJuYWxJZCI6IjExYTVmZDIwLTE2OWEtNGU1YS1hMGJlLWQwNDhkYmEwOGZmMiIsIkluZGV4IjoxLCJDb2xvciI6IjI0NywgMTUwLCA3MCIsIlV0Y1N0YXJ0RGF0ZSI6IjIwMTQtMDEtMDVUMDA6MDA6MDBaIiwiTm90ZSI6bnVsbCwiVXRjRW5kRGF0ZSI6IjIwMTQtMDMtMDFUMDA6MDA6MDBaIiwiVGl0bGUiOiJUYXNrIDEiLCJTaGFwZSI6MCwiQ3VzdG9tU2V0dGluZ3MiOnsiVGl0bGVXaWR0aCI6MjguOTA0NTY3NywiVGl0bGVGb250U2V0dGluZ3MiOnsiRm9udFNpemUiOjExLCJGb250TmFtZSI6IkNhbGlicmkiLCJJc0JvbGQiOnRydWUsIklzSXRhbGljIjpmYWxzZSwiSXNVbmRlcmxpbmVkIjpmYWxzZSwiRm9yZWdyb3VuZENvbG9yIjoiMCwgMCwgMCIsIkJhY2tDb2xvciI6bnVsbH0sIlN0YXJ0RGF0ZUZvbnRTZXR0aW5ncyI6eyJGb250U2l6ZSI6MTAsIkZvbnROYW1lIjoiQ2FsaWJyaSIsIklzQm9sZCI6ZmFsc2UsIklzSXRhbGljIjpmYWxzZSwiSXNVbmRlcmxpbmVkIjpmYWxzZSwiRm9yZWdyb3VuZENvbG9yIjoiMCwgMCwgMCIsIkJhY2tDb2xvciI6bnVsbH0sIkVuZERhdGVGb250U2V0dGluZ3MiOnsiRm9udFNpemUiOjEwLCJGb250TmFtZSI6IkNhbGlicmkiLCJJc0JvbGQiOmZhbHNlLCJJc0l0YWxpYyI6ZmFsc2UsIklzVW5kZXJsaW5lZCI6ZmFsc2UsIkZvcmVncm91bmRDb2xvciI6IjAsIDAsIDAiLCJCYWNrQ29sb3IiOm51bGx9LCJEdXJhdGlvbkZvbnRTZXR0aW5ncyI6eyJGb250U2l6ZSI6MTAsIkZvbnROYW1lIjoiQ2FsaWJyaSIsIklzQm9sZCI6ZmFsc2UsIklzSXRhbGljIjpmYWxzZSwiSXNVbmRlcmxpbmVkIjpmYWxzZSwiRm9yZWdyb3VuZENvbG9yIjoiMjU1LCAyNTUsIDI1NSIsIkJhY2tDb2xvciI6bnVsbH0sIlRhc2tzU3BhY2luZyI6MTAsIlNoYXBlSGVpZ2h0IjoxNi4wLCJWZXJ0aWNhbENvbm5lY3RvclNldHRpbmdzIjp7IkNvbG9yIjoiMjA0LCAyMDQsIDIwNCIsIklzVmlzaWJsZSI6ZmFsc2UsIkxpbmVXZWlnaHQiOjAuMH0sIkhvcml6b250YWxDb25uZWN0b3JTZXR0aW5ncyI6eyJDb2xvciI6IjIwNCwgMjA0LCAyMDQiLCJJc1Zpc2libGUiOnRydWUsIkxpbmVXZWlnaHQiOjAuMX0sIlRhc2tTaGFwZUJvcmRlclNldHRpbmdzIjp7IkNvbG9yIjoiUmVkIiwiTGluZVdlaWdodCI6MC4wfSwiU21hcnRUaXRsZUZvcmVncm91bmQiOiJCbGFjayIsIlNtYXJ0VGl0bGVGb3JlZ3JvdW5kSXNBY3RpdmUiOmZhbHNlLCJTbWFydER1cmF0aW9uRm9yZWdyb3VuZCI6IjAsIDAsIDAiLCJTbWFydER1cmF0aW9uRm9yZWdyb3VuZElzQWN0aXZlIjp0cnVlLCJTbWFydERhdGVGb3JlZ3JvdW5kIjoiQmxhY2siLCJTbWFydERhdGVGb3JlZ3JvdW5kSXNBY3RpdmUiOmZhbHNlLCJTbWFydFBlcmNlbnRhZ2VDb21wbGV0ZWRGb3JlZ3JvdW5kIjoiMjQxLCAyMzAsIDIzMCIsIlNtYXJ0UGVyY2VudGFnZUNvbXBsZXRlZElzQWN0aXZlIjp0cnVlLCJJbmNsdWRlTm9uV29ya2luZ0RheXNJbkR1cmF0aW9uIjpmYWxzZSwiV29ya2luZ0RheXMiOjMxLCJQZXJjZW50YWdlQ29tcGxldGVkRm9udFNldHRpbmdzIjp7IkZvbnRTaXplIjoxMCwiRm9udE5hbWUiOiJDYWxpYnJpIiwiSXNCb2xkIjpmYWxzZSwiSXNJdGFsaWMiOmZhbHNlLCJJc1VuZGVybGluZWQiOmZhbHNlLCJGb3JlZ3JvdW5kQ29sb3IiOiIxOTIsIDgwLCA3NyIsIkJhY2tDb2xvciI6bnVsbH0sIlBlcmNlbnRhZ2VDb21wbGV0ZWRQb3NpdGlvbiI6MX0sIlRhc2tEYXRlUG9zaXRpb24iOjIsIlRhc2tUaXRsZVBvc2l0aW9uIjozLCJUYXNrRHVyYXRpb25Qb3NpdGlvbiI6MiwiVGFza1RpdGxlSXNXaWRlciI6ZmFsc2UsIlRhc2tEdXJhdGlvbklzV2lkZXIiOmZhbHNlLCJUYXNrRGF0ZUlzV2lkZXIiOmZhbHNlLCJUYXNrUGVyY2VudGFnZUNvbXBsZXRlZElzV2lkZXIiOmZhbHNlLCJEYXRlRm9ybWF0Ijp7IkZvcm1hdFN0cmluZyI6Ik1NTSBkIiwiU2VwYXJhdG9yIjoiLyIsIlVzZUludGVybmF0aW9uYWxEYXRlRm9ybWF0IjpmYWxzZX0sIklzVmlzaWJsZSI6dHJ1ZSwiUGVyY2VudGFnZUNvbXBsZXRlZCI6MTAwLjB9LHsiRHVyYXRpb25WYWx1ZSI6MzAuMCwiRHVyYXRpb25Gb3JtYXQiOjAsIkludGVybmFsSWQiOiIyM2MxNTIzMi03ZDMxLTRlOTUtOGUxMS1jYTI1MWYzM2ZiNDkiLCJJbmRleCI6MiwiQ29sb3IiOiI3NSwgMTcyLCAxOTgiLCJVdGNTdGFydERhdGUiOiIyMDE0LTAyLTAyVDAwOjAwOjAwWiIsIk5vdGUiOm51bGwsIlV0Y0VuZERhdGUiOiIyMDE0LTAzLTE0VDAwOjAwOjAwWiIsIlRpdGxlIjoiVGFzayAyIiwiU2hhcGUiOjAsIkN1c3RvbVNldHRpbmdzIjp7IlRpdGxlV2lkdGgiOjI4LjkwNDU2NzcsIlRpdGxlRm9udFNldHRpbmdzIjp7IkZvbnRTaXplIjoxMSwiRm9udE5hbWUiOiJDYWxpYnJpIiwiSXNCb2xkIjp0cnVlLCJJc0l0YWxpYyI6ZmFsc2UsIklzVW5kZXJsaW5lZCI6ZmFsc2UsIkZvcmVncm91bmRDb2xvciI6IjAsIDAsIDAiLCJCYWNrQ29sb3IiOm51bGx9LCJTdGFydERhdGVGb250U2V0dGluZ3MiOnsiRm9udFNpemUiOjEwLCJGb250TmFtZSI6IkNhbGlicmkiLCJJc0JvbGQiOmZhbHNlLCJJc0l0YWxpYyI6ZmFsc2UsIklzVW5kZXJsaW5lZCI6ZmFsc2UsIkZvcmVncm91bmRDb2xvciI6IjAsIDAsIDAiLCJCYWNrQ29sb3IiOm51bGx9LCJFbmREYXRlRm9udFNldHRpbmdzIjp7IkZvbnRTaXplIjoxMCwiRm9udE5hbWUiOiJDYWxpYnJpIiwiSXNCb2xkIjpmYWxzZSwiSXNJdGFsaWMiOmZhbHNlLCJJc1VuZGVybGluZWQiOmZhbHNlLCJGb3JlZ3JvdW5kQ29sb3IiOiIwLCAwLCAwIiwiQmFja0NvbG9yIjpudWxsfSwiRHVyYXRpb25Gb250U2V0dGluZ3MiOnsiRm9udFNpemUiOjEwLCJGb250TmFtZSI6IkNhbGlicmkiLCJJc0JvbGQiOmZhbHNlLCJJc0l0YWxpYyI6ZmFsc2UsIklzVW5kZXJsaW5lZCI6ZmFsc2UsIkZvcmVncm91bmRDb2xvciI6IjI1NSwgMjU1LCAyNTUiLCJCYWNrQ29sb3IiOm51bGx9LCJUYXNrc1NwYWNpbmciOjEwLCJTaGFwZUhlaWdodCI6MTYuMCwiVmVydGljYWxDb25uZWN0b3JTZXR0aW5ncyI6eyJDb2xvciI6IjIwNCwgMjA0LCAyMDQiLCJJc1Zpc2libGUiOmZhbHNlLCJMaW5lV2VpZ2h0IjowLjB9LCJIb3Jpem9udGFsQ29ubmVjdG9yU2V0dGluZ3MiOnsiQ29sb3IiOiIyMDQsIDIwNCwgMjA0IiwiSXNWaXNpYmxlIjp0cnVlLCJMaW5lV2VpZ2h0IjowLjF9LCJUYXNrU2hhcGVCb3JkZXJTZXR0aW5ncyI6eyJDb2xvciI6IlJlZCIsIkxpbmVXZWlnaHQiOjAuMH0sIlNtYXJ0VGl0bGVGb3JlZ3JvdW5kIjoiQmxhY2siLCJTbWFydFRpdGxlRm9yZWdyb3VuZElzQWN0aXZlIjpmYWxzZSwiU21hcnREdXJhdGlvbkZvcmVncm91bmQiOiIwLCAwLCAwIiwiU21hcnREdXJhdGlvbkZvcmVncm91bmRJc0FjdGl2ZSI6dHJ1ZSwiU21hcnREYXRlRm9yZWdyb3VuZCI6IkJsYWNrIiwiU21hcnREYXRlRm9yZWdyb3VuZElzQWN0aXZlIjpmYWxzZSwiU21hcnRQZXJjZW50YWdlQ29tcGxldGVkRm9yZWdyb3VuZCI6IjI0MSwgMjMwLCAyMzAiLCJTbWFydFBlcmNlbnRhZ2VDb21wbGV0ZWRJc0FjdGl2ZSI6dHJ1ZSwiSW5jbHVkZU5vbldvcmtpbmdEYXlzSW5EdXJhdGlvbiI6ZmFsc2UsIldvcmtpbmdEYXlzIjozMSwiUGVyY2VudGFnZUNvbXBsZXRlZEZvbnRTZXR0aW5ncyI6eyJGb250U2l6ZSI6MTAsIkZvbnROYW1lIjoiQ2FsaWJyaSIsIklzQm9sZCI6ZmFsc2UsIklzSXRhbGljIjpmYWxzZSwiSXNVbmRlcmxpbmVkIjpmYWxzZSwiRm9yZWdyb3VuZENvbG9yIjoiMTkyLCA4MCwgNzciLCJCYWNrQ29sb3IiOm51bGx9LCJQZXJjZW50YWdlQ29tcGxldGVkUG9zaXRpb24iOjF9LCJUYXNrRGF0ZVBvc2l0aW9uIjoyLCJUYXNrVGl0bGVQb3NpdGlvbiI6MywiVGFza0R1cmF0aW9uUG9zaXRpb24iOjIsIlRhc2tUaXRsZUlzV2lkZXIiOmZhbHNlLCJUYXNrRHVyYXRpb25Jc1dpZGVyIjpmYWxzZSwiVGFza0RhdGVJc1dpZGVyIjpmYWxzZSwiVGFza1BlcmNlbnRhZ2VDb21wbGV0ZWRJc1dpZGVyIjpmYWxzZSwiRGF0ZUZvcm1hdCI6eyJGb3JtYXRTdHJpbmciOiJNTU0gZCIsIlNlcGFyYXRvciI6Ii8iLCJVc2VJbnRlcm5hdGlvbmFsRGF0ZUZvcm1hdCI6ZmFsc2V9LCJJc1Zpc2libGUiOnRydWUsIlBlcmNlbnRhZ2VDb21wbGV0ZWQiOjUwLjB9LHsiRHVyYXRpb25WYWx1ZSI6MzYuMCwiRHVyYXRpb25Gb3JtYXQiOjAsIkludGVybmFsSWQiOiJmMjNlNDYwNS0wNWMyLTRlZTgtODE1OS1iNDIxYjgxMGI3ZTQiLCJJbmRleCI6MywiQ29sb3IiOiIyNDcsIDE1MCwgNzAiLCJVdGNTdGFydERhdGUiOiIyMDE0LTAzLTE0VDAwOjAwOjAwWiIsIk5vdGUiOm51bGwsIlV0Y0VuZERhdGUiOiIyMDE0LTA1LTAyVDAwOjAwOjAwWiIsIlRpdGxlIjoiVGFzayAzIiwiU2hhcGUiOjAsIkN1c3RvbVNldHRpbmdzIjp7IlRpdGxlV2lkdGgiOjI4LjkwNDU2NzcsIlRpdGxlRm9udFNldHRpbmdzIjp7IkZvbnRTaXplIjoxMSwiRm9udE5hbWUiOiJDYWxpYnJpIiwiSXNCb2xkIjp0cnVlLCJJc0l0YWxpYyI6ZmFsc2UsIklzVW5kZXJsaW5lZCI6ZmFsc2UsIkZvcmVncm91bmRDb2xvciI6IjAsIDAsIDAiLCJCYWNrQ29sb3IiOm51bGx9LCJTdGFydERhdGVGb250U2V0dGluZ3MiOnsiRm9udFNpemUiOjEwLCJGb250TmFtZSI6IkNhbGlicmkiLCJJc0JvbGQiOmZhbHNlLCJJc0l0YWxpYyI6ZmFsc2UsIklzVW5kZXJsaW5lZCI6ZmFsc2UsIkZvcmVncm91bmRDb2xvciI6IjAsIDAsIDAiLCJCYWNrQ29sb3IiOm51bGx9LCJFbmREYXRlRm9udFNldHRpbmdzIjp7IkZvbnRTaXplIjoxMCwiRm9udE5hbWUiOiJDYWxpYnJpIiwiSXNCb2xkIjpmYWxzZSwiSXNJdGFsaWMiOmZhbHNlLCJJc1VuZGVybGluZWQiOmZhbHNlLCJGb3JlZ3JvdW5kQ29sb3IiOiIwLCAwLCAwIiwiQmFja0NvbG9yIjpudWxsfSwiRHVyYXRpb25Gb250U2V0dGluZ3MiOnsiRm9udFNpemUiOjEwLCJGb250TmFtZSI6IkNhbGlicmkiLCJJc0JvbGQiOmZhbHNlLCJJc0l0YWxpYyI6ZmFsc2UsIklzVW5kZXJsaW5lZCI6ZmFsc2UsIkZvcmVncm91bmRDb2xvciI6IjI1NSwgMjU1LCAyNTUiLCJCYWNrQ29sb3IiOm51bGx9LCJUYXNrc1NwYWNpbmciOjEwLCJTaGFwZUhlaWdodCI6MTYuMCwiVmVydGljYWxDb25uZWN0b3JTZXR0aW5ncyI6eyJDb2xvciI6IjIwNCwgMjA0LCAyMDQiLCJJc1Zpc2libGUiOmZhbHNlLCJMaW5lV2VpZ2h0IjowLjB9LCJIb3Jpem9udGFsQ29ubmVjdG9yU2V0dGluZ3MiOnsiQ29sb3IiOiIyMDQsIDIwNCwgMjA0IiwiSXNWaXNpYmxlIjp0cnVlLCJMaW5lV2VpZ2h0IjowLjF9LCJUYXNrU2hhcGVCb3JkZXJTZXR0aW5ncyI6eyJDb2xvciI6IlJlZCIsIkxpbmVXZWlnaHQiOjAuMH0sIlNtYXJ0VGl0bGVGb3JlZ3JvdW5kIjoiQmxhY2siLCJTbWFydFRpdGxlRm9yZWdyb3VuZElzQWN0aXZlIjpmYWxzZSwiU21hcnREdXJhdGlvbkZvcmVncm91bmQiOiIwLCAwLCAwIiwiU21hcnREdXJhdGlvbkZvcmVncm91bmRJc0FjdGl2ZSI6dHJ1ZSwiU21hcnREYXRlRm9yZWdyb3VuZCI6IkJsYWNrIiwiU21hcnREYXRlRm9yZWdyb3VuZElzQWN0aXZlIjpmYWxzZSwiU21hcnRQZXJjZW50YWdlQ29tcGxldGVkRm9yZWdyb3VuZCI6IjI0MSwgMjMwLCAyMzAiLCJTbWFydFBlcmNlbnRhZ2VDb21wbGV0ZWRJc0FjdGl2ZSI6dHJ1ZSwiSW5jbHVkZU5vbldvcmtpbmdEYXlzSW5EdXJhdGlvbiI6ZmFsc2UsIldvcmtpbmdEYXlzIjozMSwiUGVyY2VudGFnZUNvbXBsZXRlZEZvbnRTZXR0aW5ncyI6eyJGb250U2l6ZSI6MTAsIkZvbnROYW1lIjoiQ2FsaWJyaSIsIklzQm9sZCI6ZmFsc2UsIklzSXRhbGljIjpmYWxzZSwiSXNVbmRlcmxpbmVkIjpmYWxzZSwiRm9yZWdyb3VuZENvbG9yIjoiMTkyLCA4MCwgNzciLCJCYWNrQ29sb3IiOm51bGx9LCJQZXJjZW50YWdlQ29tcGxldGVkUG9zaXRpb24iOjF9LCJUYXNrRGF0ZVBvc2l0aW9uIjoyLCJUYXNrVGl0bGVQb3NpdGlvbiI6MywiVGFza0R1cmF0aW9uUG9zaXRpb24iOjIsIlRhc2tUaXRsZUlzV2lkZXIiOmZhbHNlLCJUYXNrRHVyYXRpb25Jc1dpZGVyIjpmYWxzZSwiVGFza0RhdGVJc1dpZGVyIjpmYWxzZSwiVGFza1BlcmNlbnRhZ2VDb21wbGV0ZWRJc1dpZGVyIjpmYWxzZSwiRGF0ZUZvcm1hdCI6eyJGb3JtYXRTdHJpbmciOiJNTU0gZCIsIlNlcGFyYXRvciI6Ii8iLCJVc2VJbnRlcm5hdGlvbmFsRGF0ZUZvcm1hdCI6ZmFsc2V9LCJJc1Zpc2libGUiOnRydWUsIlBlcmNlbnRhZ2VDb21wbGV0ZWQiOjM4LjB9LHsiRHVyYXRpb25WYWx1ZSI6MTUwLjAsIkR1cmF0aW9uRm9ybWF0IjowLCJJbnRlcm5hbElkIjoiODJkMWI3YWEtZTc3ZC00MWEyLWJlMTQtZDY5ZjVlNTAxYjFiIiwiSW5kZXgiOjQsIkNvbG9yIjoiMCwgMTE0LCAxODgiLCJVdGNTdGFydERhdGUiOiIyMDE0LTAzLTI1VDAwOjAwOjAwWiIsIk5vdGUiOm51bGwsIlV0Y0VuZERhdGUiOiIyMDE0LTEwLTIwVDAwOjAwOjAwWiIsIlRpdGxlIjoiVGFzayA0IiwiU2hhcGUiOjIsIkN1c3RvbVNldHRpbmdzIjp7IlRpdGxlV2lkdGgiOjI4LjkwNDU2NzcsIlRpdGxlRm9udFNldHRpbmdzIjp7IkZvbnRTaXplIjoxMSwiRm9udE5hbWUiOiJDYWxpYnJpIiwiSXNCb2xkIjp0cnVlLCJJc0l0YWxpYyI6ZmFsc2UsIklzVW5kZXJsaW5lZCI6ZmFsc2UsIkZvcmVncm91bmRDb2xvciI6IjAsIDAsIDAiLCJCYWNrQ29sb3IiOm51bGx9LCJTdGFydERhdGVGb250U2V0dGluZ3MiOnsiRm9udFNpemUiOjEwLCJGb250TmFtZSI6IkNhbGlicmkiLCJJc0JvbGQiOmZhbHNlLCJJc0l0YWxpYyI6ZmFsc2UsIklzVW5kZXJsaW5lZCI6ZmFsc2UsIkZvcmVncm91bmRDb2xvciI6IjAsIDAsIDAiLCJCYWNrQ29sb3IiOm51bGx9LCJFbmREYXRlRm9udFNldHRpbmdzIjp7IkZvbnRTaXplIjoxMCwiRm9udE5hbWUiOiJDYWxpYnJpIiwiSXNCb2xkIjpmYWxzZSwiSXNJdGFsaWMiOmZhbHNlLCJJc1VuZGVybGluZWQiOmZhbHNlLCJGb3JlZ3JvdW5kQ29sb3IiOiIwLCAwLCAwIiwiQmFja0NvbG9yIjpudWxsfSwiRHVyYXRpb25Gb250U2V0dGluZ3MiOnsiRm9udFNpemUiOjEwLCJGb250TmFtZSI6IkNhbGlicmkiLCJJc0JvbGQiOmZhbHNlLCJJc0l0YWxpYyI6ZmFsc2UsIklzVW5kZXJsaW5lZCI6ZmFsc2UsIkZvcmVncm91bmRDb2xvciI6IkJsYWNrIiwiQmFja0NvbG9yIjpudWxsfSwiVGFza3NTcGFjaW5nIjoxMCwiU2hhcGVIZWlnaHQiOjE2LjAsIlZlcnRpY2FsQ29ubmVjdG9yU2V0dGluZ3MiOnsiQ29sb3IiOiIyMDQsIDIwNCwgMjA0IiwiSXNWaXNpYmxlIjpmYWxzZSwiTGluZVdlaWdodCI6MC4wfSwiSG9yaXpvbnRhbENvbm5lY3RvclNldHRpbmdzIjp7IkNvbG9yIjoiMjA0LCAyMDQsIDIwNCIsIklzVmlzaWJsZSI6dHJ1ZSwiTGluZVdlaWdodCI6MC4xfSwiVGFza1NoYXBlQm9yZGVyU2V0dGluZ3MiOnsiQ29sb3IiOiJSZWQiLCJMaW5lV2VpZ2h0IjowLjB9LCJTbWFydFRpdGxlRm9yZWdyb3VuZCI6IkJsYWNrIiwiU21hcnRUaXRsZUZvcmVncm91bmRJc0FjdGl2ZSI6ZmFsc2UsIlNtYXJ0RHVyYXRpb25Gb3JlZ3JvdW5kIjoiV2hpdGUiLCJTbWFydER1cmF0aW9uRm9yZWdyb3VuZElzQWN0aXZlIjpmYWxzZSwiU21hcnREYXRlRm9yZWdyb3VuZCI6IkJsYWNrIiwiU21hcnREYXRlRm9yZWdyb3VuZElzQWN0aXZlIjpmYWxzZSwiU21hcnRQZXJjZW50YWdlQ29tcGxldGVkRm9yZWdyb3VuZCI6IjI0MSwgMjMwLCAyMzAiLCJTbWFydFBlcmNlbnRhZ2VDb21wbGV0ZWRJc0FjdGl2ZSI6dHJ1ZSwiSW5jbHVkZU5vbldvcmtpbmdEYXlzSW5EdXJhdGlvbiI6ZmFsc2UsIldvcmtpbmdEYXlzIjozMSwiUGVyY2VudGFnZUNvbXBsZXRlZEZvbnRTZXR0aW5ncyI6eyJGb250U2l6ZSI6MTAsIkZvbnROYW1lIjoiQ2FsaWJyaSIsIklzQm9sZCI6ZmFsc2UsIklzSXRhbGljIjpmYWxzZSwiSXNVbmRlcmxpbmVkIjpmYWxzZSwiRm9yZWdyb3VuZENvbG9yIjoiMTkyLCA4MCwgNzciLCJCYWNrQ29sb3IiOm51bGx9LCJQZXJjZW50YWdlQ29tcGxldGVkUG9zaXRpb24iOjF9LCJUYXNrRGF0ZVBvc2l0aW9uIjoyLCJUYXNrVGl0bGVQb3NpdGlvbiI6MywiVGFza0R1cmF0aW9uUG9zaXRpb24iOjIsIlRhc2tUaXRsZUlzV2lkZXIiOmZhbHNlLCJUYXNrRHVyYXRpb25Jc1dpZGVyIjpmYWxzZSwiVGFza0RhdGVJc1dpZGVyIjpmYWxzZSwiVGFza1BlcmNlbnRhZ2VDb21wbGV0ZWRJc1dpZGVyIjpmYWxzZSwiRGF0ZUZvcm1hdCI6eyJGb3JtYXRTdHJpbmciOiJNTU0gZCIsIlNlcGFyYXRvciI6Ii8iLCJVc2VJbnRlcm5hdGlvbmFsRGF0ZUZvcm1hdCI6ZmFsc2V9LCJJc1Zpc2libGUiOnRydWUsIlBlcmNlbnRhZ2VDb21wbGV0ZWQiOjQwLjB9LHsiRHVyYXRpb25WYWx1ZSI6MTkuMCwiRHVyYXRpb25Gb3JtYXQiOjAsIkludGVybmFsSWQiOiIyM2I0MmNhZC1kOWJjLTQzN2YtYjczOS1jNjhjNjI3MzdjM2EiLCJJbmRleCI6NSwiQ29sb3IiOiIwLCAxMTQsIDE4OCIsIlV0Y1N0YXJ0RGF0ZSI6IjIwMTQtMTAtMjFUMDA6MDA6MDBaIiwiTm90ZSI6bnVsbCwiVXRjRW5kRGF0ZSI6IjIwMTQtMTEtMTVUMDA6MDA6MDBaIiwiVGl0bGUiOiJUYXNrIDQiLCJTaGFwZSI6MCwiQ3VzdG9tU2V0dGluZ3MiOnsiVGl0bGVXaWR0aCI6MjguOTA0NTY3NywiVGl0bGVGb250U2V0dGluZ3MiOnsiRm9udFNpemUiOjExLCJGb250TmFtZSI6IkNhbGlicmkiLCJJc0JvbGQiOnRydWUsIklzSXRhbGljIjpmYWxzZSwiSXNVbmRlcmxpbmVkIjpmYWxzZSwiRm9yZWdyb3VuZENvbG9yIjoiMCwgMCwgMCIsIkJhY2tDb2xvciI6bnVsbH0sIlN0YXJ0RGF0ZUZvbnRTZXR0aW5ncyI6eyJGb250U2l6ZSI6MTAsIkZvbnROYW1lIjoiQ2FsaWJyaSIsIklzQm9sZCI6ZmFsc2UsIklzSXRhbGljIjpmYWxzZSwiSXNVbmRlcmxpbmVkIjpmYWxzZSwiRm9yZWdyb3VuZENvbG9yIjoiMCwgMCwgMCIsIkJhY2tDb2xvciI6bnVsbH0sIkVuZERhdGVGb250U2V0dGluZ3MiOnsiRm9udFNpemUiOjEwLCJGb250TmFtZSI6IkNhbGlicmkiLCJJc0JvbGQiOmZhbHNlLCJJc0l0YWxpYyI6ZmFsc2UsIklzVW5kZXJsaW5lZCI6ZmFsc2UsIkZvcmVncm91bmRDb2xvciI6IjAsIDAsIDAiLCJCYWNrQ29sb3IiOm51bGx9LCJEdXJhdGlvbkZvbnRTZXR0aW5ncyI6eyJGb250U2l6ZSI6MTAsIkZvbnROYW1lIjoiQ2FsaWJyaSIsIklzQm9sZCI6ZmFsc2UsIklzSXRhbGljIjpmYWxzZSwiSXNVbmRlcmxpbmVkIjpmYWxzZSwiRm9yZWdyb3VuZENvbG9yIjoiQmxhY2siLCJCYWNrQ29sb3IiOm51bGx9LCJUYXNrc1NwYWNpbmciOjEwLCJTaGFwZUhlaWdodCI6MTYuMCwiVmVydGljYWxDb25uZWN0b3JTZXR0aW5ncyI6eyJDb2xvciI6IjIwNCwgMjA0LCAyMDQiLCJJc1Zpc2libGUiOmZhbHNlLCJMaW5lV2VpZ2h0IjowLjB9LCJIb3Jpem9udGFsQ29ubmVjdG9yU2V0dGluZ3MiOnsiQ29sb3IiOiIyMDQsIDIwNCwgMjA0IiwiSXNWaXNpYmxlIjp0cnVlLCJMaW5lV2VpZ2h0IjowLjF9LCJUYXNrU2hhcGVCb3JkZXJTZXR0aW5ncyI6eyJDb2xvciI6IlJlZCIsIkxpbmVXZWlnaHQiOjAuMH0sIlNtYXJ0VGl0bGVGb3JlZ3JvdW5kIjoiQmxhY2siLCJTbWFydFRpdGxlRm9yZWdyb3VuZElzQWN0aXZlIjpmYWxzZSwiU21hcnREdXJhdGlvbkZvcmVncm91bmQiOiJXaGl0ZSIsIlNtYXJ0RHVyYXRpb25Gb3JlZ3JvdW5kSXNBY3RpdmUiOmZhbHNlLCJTbWFydERhdGVGb3JlZ3JvdW5kIjoiQmxhY2siLCJTbWFydERhdGVGb3JlZ3JvdW5kSXNBY3RpdmUiOmZhbHNlLCJTbWFydFBlcmNlbnRhZ2VDb21wbGV0ZWRGb3JlZ3JvdW5kIjoiMjQxLCAyMzAsIDIzMCIsIlNtYXJ0UGVyY2VudGFnZUNvbXBsZXRlZElzQWN0aXZlIjp0cnVlLCJJbmNsdWRlTm9uV29ya2luZ0RheXNJbkR1cmF0aW9uIjpmYWxzZSwiV29ya2luZ0RheXMiOjMxLCJQZXJjZW50YWdlQ29tcGxldGVkRm9udFNldHRpbmdzIjp7IkZvbnRTaXplIjoxMCwiRm9udE5hbWUiOiJDYWxpYnJpIiwiSXNCb2xkIjpmYWxzZSwiSXNJdGFsaWMiOmZhbHNlLCJJc1VuZGVybGluZWQiOmZhbHNlLCJGb3JlZ3JvdW5kQ29sb3IiOiIxOTIsIDgwLCA3NyIsIkJhY2tDb2xvciI6bnVsbH0sIlBlcmNlbnRhZ2VDb21wbGV0ZWRQb3NpdGlvbiI6MX0sIlRhc2tEYXRlUG9zaXRpb24iOjIsIlRhc2tUaXRsZVBvc2l0aW9uIjozLCJUYXNrRHVyYXRpb25Qb3NpdGlvbiI6MiwiVGFza1RpdGxlSXNXaWRlciI6ZmFsc2UsIlRhc2tEdXJhdGlvbklzV2lkZXIiOmZhbHNlLCJUYXNrRGF0ZUlzV2lkZXIiOmZhbHNlLCJUYXNrUGVyY2VudGFnZUNvbXBsZXRlZElzV2lkZXIiOmZhbHNlLCJEYXRlRm9ybWF0Ijp7IkZvcm1hdFN0cmluZyI6Ik1NTSBkIiwiU2VwYXJhdG9yIjoiLyIsIlVzZUludGVybmF0aW9uYWxEYXRlRm9ybWF0IjpmYWxzZX0sIklzVmlzaWJsZSI6dHJ1ZSwiUGVyY2VudGFnZUNvbXBsZXRlZCI6bnVsbH0seyJEdXJhdGlvblZhbHVlIjoyNS4wLCJEdXJhdGlvbkZvcm1hdCI6MCwiSW50ZXJuYWxJZCI6ImZlODJhMDU0LWViNzItNDg1MS1hOTNmLTZhNjA2NDMyYmZhYyIsIkluZGV4Ijo2LCJDb2xvciI6IjE1NSwgMTg3LCA4OSIsIlV0Y1N0YXJ0RGF0ZSI6IjIwMTQtMTEtMTZUMDA6MDA6MDBaIiwiTm90ZSI6bnVsbCwiVXRjRW5kRGF0ZSI6IjIwMTQtMTItMjBUMDA6MDA6MDBaIiwiVGl0bGUiOiJUYXNrIDYiLCJTaGFwZSI6MywiQ3VzdG9tU2V0dGluZ3MiOnsiVGl0bGVXaWR0aCI6MjguOTA0NTY3NywiVGl0bGVGb250U2V0dGluZ3MiOnsiRm9udFNpemUiOjExLCJGb250TmFtZSI6IkNhbGlicmkiLCJJc0JvbGQiOnRydWUsIklzSXRhbGljIjpmYWxzZSwiSXNVbmRlcmxpbmVkIjpmYWxzZSwiRm9yZWdyb3VuZENvbG9yIjoiMCwgMCwgMCIsIkJhY2tDb2xvciI6bnVsbH0sIlN0YXJ0RGF0ZUZvbnRTZXR0aW5ncyI6eyJGb250U2l6ZSI6MTAsIkZvbnROYW1lIjoiQ2FsaWJyaSIsIklzQm9sZCI6ZmFsc2UsIklzSXRhbGljIjpmYWxzZSwiSXNVbmRlcmxpbmVkIjpmYWxzZSwiRm9yZWdyb3VuZENvbG9yIjoiMCwgMCwgMCIsIkJhY2tDb2xvciI6bnVsbH0sIkVuZERhdGVGb250U2V0dGluZ3MiOnsiRm9udFNpemUiOjEwLCJGb250TmFtZSI6IkNhbGlicmkiLCJJc0JvbGQiOmZhbHNlLCJJc0l0YWxpYyI6ZmFsc2UsIklzVW5kZXJsaW5lZCI6ZmFsc2UsIkZvcmVncm91bmRDb2xvciI6IjAsIDAsIDAiLCJCYWNrQ29sb3IiOm51bGx9LCJEdXJhdGlvbkZvbnRTZXR0aW5ncyI6eyJGb250U2l6ZSI6MTAsIkZvbnROYW1lIjoiQ2FsaWJyaSIsIklzQm9sZCI6ZmFsc2UsIklzSXRhbGljIjpmYWxzZSwiSXNVbmRlcmxpbmVkIjpmYWxzZSwiRm9yZWdyb3VuZENvbG9yIjoiMjU1LCAyNTUsIDI1NSIsIkJhY2tDb2xvciI6bnVsbH0sIlRhc2tzU3BhY2luZyI6MTAsIlNoYXBlSGVpZ2h0IjoxNi4wLCJWZXJ0aWNhbENvbm5lY3RvclNldHRpbmdzIjp7IkNvbG9yIjoiMjA0LCAyMDQsIDIwNCIsIklzVmlzaWJsZSI6ZmFsc2UsIkxpbmVXZWlnaHQiOjAuMH0sIkhvcml6b250YWxDb25uZWN0b3JTZXR0aW5ncyI6eyJDb2xvciI6IjIwNCwgMjA0LCAyMDQiLCJJc1Zpc2libGUiOnRydWUsIkxpbmVXZWlnaHQiOjAuMX0sIlRhc2tTaGFwZUJvcmRlclNldHRpbmdzIjp7IkNvbG9yIjoiUmVkIiwiTGluZVdlaWdodCI6MC4wfSwiU21hcnRUaXRsZUZvcmVncm91bmQiOiJCbGFjayIsIlNtYXJ0VGl0bGVGb3JlZ3JvdW5kSXNBY3RpdmUiOmZhbHNlLCJTbWFydER1cmF0aW9uRm9yZWdyb3VuZCI6IjAsIDAsIDAiLCJTbWFydER1cmF0aW9uRm9yZWdyb3VuZElzQWN0aXZlIjp0cnVlLCJTbWFydERhdGVGb3JlZ3JvdW5kIjoiQmxhY2siLCJTbWFydERhdGVGb3JlZ3JvdW5kSXNBY3RpdmUiOmZhbHNlLCJTbWFydFBlcmNlbnRhZ2VDb21wbGV0ZWRGb3JlZ3JvdW5kIjoiMjQxLCAyMzAsIDIzMCIsIlNtYXJ0UGVyY2VudGFnZUNvbXBsZXRlZElzQWN0aXZlIjp0cnVlLCJJbmNsdWRlTm9uV29ya2luZ0RheXNJbkR1cmF0aW9uIjpmYWxzZSwiV29ya2luZ0RheXMiOjMxLCJQZXJjZW50YWdlQ29tcGxldGVkRm9udFNldHRpbmdzIjp7IkZvbnRTaXplIjoxMCwiRm9udE5hbWUiOiJDYWxpYnJpIiwiSXNCb2xkIjpmYWxzZSwiSXNJdGFsaWMiOmZhbHNlLCJJc1VuZGVybGluZWQiOmZhbHNlLCJGb3JlZ3JvdW5kQ29sb3IiOiIxOTIsIDgwLCA3NyIsIkJhY2tDb2xvciI6bnVsbH0sIlBlcmNlbnRhZ2VDb21wbGV0ZWRQb3NpdGlvbiI6MX0sIlRhc2tEYXRlUG9zaXRpb24iOjIsIlRhc2tUaXRsZVBvc2l0aW9uIjozLCJUYXNrRHVyYXRpb25Qb3NpdGlvbiI6MiwiVGFza1RpdGxlSXNXaWRlciI6ZmFsc2UsIlRhc2tEdXJhdGlvbklzV2lkZXIiOmZhbHNlLCJUYXNrRGF0ZUlzV2lkZXIiOmZhbHNlLCJUYXNrUGVyY2VudGFnZUNvbXBsZXRlZElzV2lkZXIiOmZhbHNlLCJEYXRlRm9ybWF0Ijp7IkZvcm1hdFN0cmluZyI6Ik1NTSBkIiwiU2VwYXJhdG9yIjoiLyIsIlVzZUludGVybmF0aW9uYWxEYXRlRm9ybWF0IjpmYWxzZX0sIklzVmlzaWJsZSI6dHJ1ZSwiUGVyY2VudGFnZUNvbXBsZXRlZCI6bnVsbH1dLCJTdHlsZSI6eyJUaW1lbGluZVNldHRpbmdzIjp7IlRvZGF5TWFya2VyQ29sb3IiOiIyNTUsIDAsIDAiLCJUb2RheU1hcmtlckZvbnRTZXR0aW5ncyI6eyJGb250U2l6ZSI6MTIsIkZvbnROYW1lIjoiQ2FsaWJyaSIsIklzQm9sZCI6ZmFsc2UsIklzSXRhbGljIjpmYWxzZSwiSXNVbmRlcmxpbmVkIjpmYWxzZSwiRm9yZWdyb3VuZENvbG9yIjoiMCwgMCwgMCIsIkJhY2tDb2xvciI6bnVsbH0sIlN0YXJ0WWVhckZvbnQiOnsiRm9udFNpemUiOjE4LCJGb250TmFtZSI6IkNhbGlicmkiLCJJc0JvbGQiOnRydWUsIklzSXRhbGljIjpmYWxzZSwiSXNVbmRlcmxpbmVkIjpmYWxzZSwiRm9yZWdyb3VuZENvbG9yIjoiMjM3LCAxMjUsIDQ5IiwiQmFja0NvbG9yIjpudWxsfSwiRW5kWWVhckZvbnQiOnsiRm9udFNpemUiOjE4LCJGb250TmFtZSI6IkNhbGlicmkiLCJJc0JvbGQiOnRydWUsIklzSXRhbGljIjpmYWxzZSwiSXNVbmRlcmxpbmVkIjpmYWxzZSwiRm9yZWdyb3VuZENvbG9yIjoiMjM3LCAxMjUsIDQ5IiwiQmFja0NvbG9yIjpudWxsfSwiSXNUaGluIjpmYWxzZSwiSGFzM0RFZmZlY3QiOnRydWUsIlRpbWViYW5kSXNSb3VuZGVkIjpmYWxzZSwiVGltZWJhbmRDb2xvciI6IjMxLCA3MywgMTI1IiwiVGltZWJhbmRGb250U2V0dGluZ3MiOnsiRm9udFNpemUiOjEyLCJGb250TmFtZSI6IkNhbGlicmkiLCJJc0JvbGQiOmZhbHNlLCJJc0l0YWxpYyI6ZmFsc2UsIklzVW5kZXJsaW5lZCI6ZmFsc2UsIkZvcmVncm91bmRDb2xvciI6IldoaXRlIiwiQmFja0NvbG9yIjpudWxsfSwiRWxhcHNlZFRpbWVDb2xvciI6IjI1NSwgMCwgMCIsIkVsYXBzZWRUaW1lU3R5bGUiOjIsIlRvZGF5TWFya2VyUG9zaXRpb24iOjIsIkNhcHNQb3NpdGlvbiI6M30sIkRlZmF1bHRNaWxlc3RvbmVTZXR0aW5ncyI6eyJGbGFnQ29ubmVjdG9yU2V0dGluZ3MiOnsiQ29sb3IiOiI3OSwgMTI5LCAxODkiLCJJc1Zpc2libGUiOmZhbHNlLCJMaW5lV2VpZ2h0IjowLjF9LCJEYXRlRm9ybWF0Ijp7IkZvcm1hdFN0cmluZyI6Ik1NTSBkIiwiU2VwYXJhdG9yIjoiLyIsIlVzZUludGVybmF0aW9uYWxEYXRlRm9ybWF0IjpmYWxzZX0sIklzRGF0ZVZpc2libGUiOnRydWUsIlRpdGxlRm9udFNldHRpbmdzIjp7IkZvbnRTaXplIjoxMSwiRm9udE5hbWUiOiJDYWxpYnJpIiwiSXNCb2xkIjpmYWxzZSwiSXNJdGFsaWMiOmZhbHNlLCJJc1VuZGVybGluZWQiOmZhbHNlLCJGb3JlZ3JvdW5kQ29sb3IiOiJCbGFjayIsIkJhY2tDb2xvciI6bnVsbH0sIkRhdGVGb250U2V0dGluZ3MiOnsiRm9udFNpemUiOjEwLCJGb250TmFtZSI6IkNhbGlicmkiLCJJc0JvbGQiOmZhbHNlLCJJc0l0YWxpYyI6ZmFsc2UsIklzVW5kZXJsaW5lZCI6ZmFsc2UsIkZvcmVncm91bmRDb2xvciI6IjY4LCA4NCwgMTA2IiwiQmFja0NvbG9yIjpudWxsfSwiQ29ubmVjdG9yU2V0dGluZ3MiOnsiQ29sb3IiOiIiLCJJc1Zpc2libGUiOmZhbHNlLCJMaW5lV2VpZ2h0IjowLjF9fSwiRGVmYXVsdFRhc2tTZXR0aW5ncyI6eyJEYXRlRm9udFNldHRpbmdzIjp7IkZvbnRTaXplIjoxMCwiRm9udE5hbWUiOiJDYWxpYnJpIiwiSXNCb2xkIjpmYWxzZSwiSXNJdGFsaWMiOmZhbHNlLCJJc1VuZGVybGluZWQiOmZhbHNlLCJGb3JlZ3JvdW5kQ29sb3IiOiI2OCwgODQsIDEwNiIsIkJhY2tDb2xvciI6bnVsbH0sIlN0YXJ0RGF0ZUZvbnRTZXR0aW5ncyI6eyJGb250U2l6ZSI6MTIsIkZvbnROYW1lIjoiQ2FsaWJyaSIsIklzQm9sZCI6ZmFsc2UsIklzSXRhbGljIjpmYWxzZSwiSXNVbmRlcmxpbmVkIjpmYWxzZSwiRm9yZWdyb3VuZENvbG9yIjoiV2hpdGUiLCJCYWNrQ29sb3IiOm51bGx9LCJFbmREYXRlRm9udFNldHRpbmdzIjp7IkZvbnRTaXplIjoxMiwiRm9udE5hbWUiOiJDYWxpYnJpIiwiSXNCb2xkIjpmYWxzZSwiSXNJdGFsaWMiOmZhbHNlLCJJc1VuZGVybGluZWQiOmZhbHNlLCJGb3JlZ3JvdW5kQ29sb3IiOiJXaGl0ZSIsIkJhY2tDb2xvciI6bnVsbH0sIkR1cmF0aW9uRm9udFNldHRpbmdzIjp7IkZvbnRTaXplIjoxMCwiRm9udE5hbWUiOiJDYWxpYnJpIiwiSXNCb2xkIjpmYWxzZSwiSXNJdGFsaWMiOmZhbHNlLCJJc1VuZGVybGluZWQiOmZhbHNlLCJGb3JlZ3JvdW5kQ29sb3IiOiIyMzcsIDEyNSwgNDkiLCJCYWNrQ29sb3IiOm51bGx9LCJJc1RoaWNrIjpmYWxzZSwiVGFza3NBYm92ZVRpbWViYW5kIjpmYWxzZSwiRGF0ZUZvcm1hdCI6eyJGb3JtYXRTdHJpbmciOiJNTU0gZCIsIlNlcGFyYXRvciI6Ii8iLCJVc2VJbnRlcm5hdGlvbmFsRGF0ZUZvcm1hdCI6ZmFsc2V9LCJEdXJhdGlvblBvc2l0aW9uIjoyLCJEdXJhdGlvbkZvcm1hdCI6MCwiUmVuZGVyTG9uZ1Rhc2tUaXRsZUFib3ZlVGFza1NoYXBlIjpmYWxzZSwiSXNIb3Jpem9udGFsQ29ubmVjdG9yVmlzaWJsZSI6dHJ1ZSwiSXNWZXJ0aWNhbENvbm5lY3RvclZpc2libGUiOmZhbHNlLCJJbnRlcnZhbFRleHRQb3NpdGlvbiI6MywiSW50ZXJ2YWxEYXRlUG9zaXRpb24iOjIsIlRpdGxlV2lkdGgiOm51bGwsIlRpdGxlRm9udFNldHRpbmdzIjp7IkZvbnRTaXplIjoxMSwiRm9udE5hbWUiOiJDYWxpYnJpIiwiSXNCb2xkIjpmYWxzZSwiSXNJdGFsaWMiOmZhbHNlLCJJc1VuZGVybGluZWQiOmZhbHNlLCJGb3JlZ3JvdW5kQ29sb3IiOiJCbGFjayIsIkJhY2tDb2xvciI6bnVsbH0sIlRhc2tzU3BhY2luZyI6MTAsIlNoYXBlSGVpZ2h0IjoxNi4wLCJWZXJ0aWNhbENvbm5lY3RvclNldHRpbmdzIjp7IkNvbG9yIjoiMjA0LCAyMDQsIDIwNCIsIklzVmlzaWJsZSI6ZmFsc2UsIkxpbmVXZWlnaHQiOjAuMH0sIkhvcml6b250YWxDb25uZWN0b3JTZXR0aW5ncyI6eyJDb2xvciI6IjIwNCwgMjA0LCAyMDQiLCJJc1Zpc2libGUiOnRydWUsIkxpbmVXZWlnaHQiOjAuMX0sIlRhc2tTaGFwZUJvcmRlclNldHRpbmdzIjp7IkNvbG9yIjoiUmVkIiwiTGluZVdlaWdodCI6MC4wfSwiU21hcnRUaXRsZUZvcmVncm91bmQiOiIiLCJTbWFydFRpdGxlRm9yZWdyb3VuZElzQWN0aXZlIjpmYWxzZSwiU21hcnREdXJhdGlvbkZvcmVncm91bmQiOiIiLCJTbWFydER1cmF0aW9uRm9yZWdyb3VuZElzQWN0aXZlIjpmYWxzZSwiU21hcnREYXRlRm9yZWdyb3VuZCI6IiIsIlNtYXJ0RGF0ZUZvcmVncm91bmRJc0FjdGl2ZSI6ZmFsc2UsIlNtYXJ0UGVyY2VudGFnZUNvbXBsZXRlZEZvcmVncm91bmQiOiIiLCJTbWFydFBlcmNlbnRhZ2VDb21wbGV0ZWRJc0FjdGl2ZSI6ZmFsc2UsIkluY2x1ZGVOb25Xb3JraW5nRGF5c0luRHVyYXRpb24iOmZhbHNlLCJXb3JraW5nRGF5cyI6MzEsIlBlcmNlbnRhZ2VDb21wbGV0ZWRGb250U2V0dGluZ3MiOnsiRm9udFNpemUiOjEwLCJGb250TmFtZSI6IkNhbGlicmkiLCJJc0JvbGQiOmZhbHNlLCJJc0l0YWxpYyI6ZmFsc2UsIklzVW5kZXJsaW5lZCI6ZmFsc2UsIkZvcmVncm91bmRDb2xvciI6IjE5MiwgODAsIDc3IiwiQmFja0NvbG9yIjpudWxsfSwiUGVyY2VudGFnZUNvbXBsZXRlZFBvc2l0aW9uIjoxfSwiU2NhbGVTZXR0aW5ncyI6eyJEYXRlRm9ybWF0IjoiTU1NIiwiSW50ZXJ2YWxUeXBlIjoyLCJVc2VBdXRvbWF0aWNUaW1lU2NhbGUiOnRydWUsIkN1c3RvbVRpbWVTY2FsZVV0Y1N0YXJ0RGF0ZSI6IjIwMTQtMDEtMDVUMDA6MDA6MDBaIiwiQ3VzdG9tVGltZVNjYWxlVXRjRW5kRGF0ZSI6IjIwMTQtMTItMjBUMDA6MDA6MDBaIn19LCJUaW1lYmFuZFZlcnRpY2FsUG9zaXRpb24iOnsiUXVpY2tQb3NpdGlvbiI6MywiUmVsYXRpdmVQb3NpdGlvbiI6MzcuMCwiQWJzb2x1dGVQb3NpdGlvbiI6MTk5LjgsIlByZXZpb3VzQWJzb2x1dGVQb3NpdGlvbiI6MTk5Ljh9fQ=="/>
  <p:tag name="__MASTER" val="__part_0"/>
  <p:tag name="PLUSTIMELINENOTEDITABLEINFREEMESSAGEDISPLAYED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5124E24CAF14D46B2DD609ACFD84C07" ma:contentTypeVersion="0" ma:contentTypeDescription="Crear nuevo documento." ma:contentTypeScope="" ma:versionID="de664effb0a23aec775b6884083f1507">
  <xsd:schema xmlns:xsd="http://www.w3.org/2001/XMLSchema" xmlns:xs="http://www.w3.org/2001/XMLSchema" xmlns:p="http://schemas.microsoft.com/office/2006/metadata/properties" xmlns:ns2="01eb4bd6-a8ff-4439-b7eb-fe0a650fbd8a" targetNamespace="http://schemas.microsoft.com/office/2006/metadata/properties" ma:root="true" ma:fieldsID="d8ef9ce5e2f992f4a0d6f8aeafc38bc7" ns2:_="">
    <xsd:import namespace="01eb4bd6-a8ff-4439-b7eb-fe0a650fbd8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b4bd6-a8ff-4439-b7eb-fe0a650fbd8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Valor de Id. de documento" ma:description="El valor del identificador de documento asignado a este elemento." ma:internalName="_dlc_DocId" ma:readOnly="true">
      <xsd:simpleType>
        <xsd:restriction base="dms:Text"/>
      </xsd:simpleType>
    </xsd:element>
    <xsd:element name="_dlc_DocIdUrl" ma:index="9" nillable="true" ma:displayName="Id. de documento" ma:description="Vínculo permanente a este documento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Identificador persistente" ma:description="Mantener el identificador al agregar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01eb4bd6-a8ff-4439-b7eb-fe0a650fbd8a">FWJASSSE55TN-275-99</_dlc_DocId>
    <_dlc_DocIdUrl xmlns="01eb4bd6-a8ff-4439-b7eb-fe0a650fbd8a">
      <Url>https://portal.smrey.net/areas/it/_layouts/15/DocIdRedir.aspx?ID=FWJASSSE55TN-275-99</Url>
      <Description>FWJASSSE55TN-275-99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1A2E32C-5121-4080-869C-5DE7FAABA9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eb4bd6-a8ff-4439-b7eb-fe0a650fbd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8DA3225-2CAA-4367-AD19-C168E829FD1B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3BD13933-A5DB-4C1B-A3C0-3E8282377038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http://www.w3.org/XML/1998/namespace"/>
    <ds:schemaRef ds:uri="http://schemas.microsoft.com/office/infopath/2007/PartnerControls"/>
    <ds:schemaRef ds:uri="01eb4bd6-a8ff-4439-b7eb-fe0a650fbd8a"/>
    <ds:schemaRef ds:uri="http://schemas.microsoft.com/office/2006/metadata/properties"/>
    <ds:schemaRef ds:uri="http://purl.org/dc/elements/1.1/"/>
  </ds:schemaRefs>
</ds:datastoreItem>
</file>

<file path=customXml/itemProps4.xml><?xml version="1.0" encoding="utf-8"?>
<ds:datastoreItem xmlns:ds="http://schemas.openxmlformats.org/officeDocument/2006/customXml" ds:itemID="{16F8D2E5-07BB-47AE-B585-4E84BBEF5B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102</Words>
  <Application>Microsoft Office PowerPoint</Application>
  <PresentationFormat>Presentación en pantalla (4:3)</PresentationFormat>
  <Paragraphs>44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2014-05-08T21:53:54Z</dcterms:created>
  <dcterms:modified xsi:type="dcterms:W3CDTF">2018-09-24T14:47:38Z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0x010100A5124E24CAF14D46B2DD609ACFD84C07</vt:lpwstr>
  </property>
  <property fmtid="{D5CDD505-2E9C-101B-9397-08002B2CF9AE}" pid="3" name="_dlc_DocIdItemGuid">
    <vt:lpwstr>eeec52bf-9cfd-41f2-943e-a50e793df6f4</vt:lpwstr>
  </property>
</Properties>
</file>