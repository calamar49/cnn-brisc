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5"/>
    <p:sldMasterId id="2147483684" r:id="rId6"/>
    <p:sldMasterId id="2147483708" r:id="rId7"/>
    <p:sldMasterId id="2147483720" r:id="rId8"/>
    <p:sldMasterId id="2147483762" r:id="rId9"/>
  </p:sldMasterIdLst>
  <p:notesMasterIdLst>
    <p:notesMasterId r:id="rId12"/>
  </p:notesMasterIdLst>
  <p:sldIdLst>
    <p:sldId id="266" r:id="rId10"/>
    <p:sldId id="271" r:id="rId11"/>
    <p:sldId id="272" r:id="rId17"/>
    <p:sldId id="273" r:id="rId18"/>
    <p:sldId id="274" r:id="rId19"/>
    <p:sldId id="275" r:id="rId20"/>
    <p:sldId id="276" r:id="rId21"/>
  </p:sldIdLst>
  <p:sldSz cx="9144000" cy="6858000" type="screen4x3"/>
  <p:notesSz cx="6858000" cy="9144000"/>
  <p:defaultTextStyle>
    <a:defPPr>
      <a:defRPr lang="es-P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0000"/>
    <a:srgbClr val="C41F04"/>
    <a:srgbClr val="E10000"/>
    <a:srgbClr val="CD0000"/>
    <a:srgbClr val="8E00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9" autoAdjust="0"/>
    <p:restoredTop sz="95126" autoAdjust="0"/>
  </p:normalViewPr>
  <p:slideViewPr>
    <p:cSldViewPr>
      <p:cViewPr varScale="1">
        <p:scale>
          <a:sx n="70" d="100"/>
          <a:sy n="70" d="100"/>
        </p:scale>
        <p:origin x="600" y="2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4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30" d="100"/>
        <a:sy n="130" d="100"/>
      </p:scale>
      <p:origin x="0" y="-666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slideMaster" Target="slideMasters/slideMaster4.xml"/><Relationship Id="rId9" Type="http://schemas.openxmlformats.org/officeDocument/2006/relationships/slideMaster" Target="slideMasters/slideMaster5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3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6.xml"/><Relationship Id="rId21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D22397-19D0-43F4-884F-DD192CCA8686}" type="datetimeFigureOut">
              <a:rPr lang="es-PA" smtClean="0"/>
              <a:t>26/09/18</a:t>
            </a:fld>
            <a:endParaRPr lang="es-P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P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90ED58-E70D-4DA0-B0A1-68F16CF969FA}" type="slidenum">
              <a:rPr lang="es-PA" smtClean="0"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30968956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90ED58-E70D-4DA0-B0A1-68F16CF969FA}" type="slidenum">
              <a:rPr lang="es-PA" smtClean="0"/>
              <a:t>1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13676425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26/09/18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1718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26/09/18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3173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26/09/18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6457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26/09/18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4272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26/09/18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1591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26/09/18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6812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26/09/18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1363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26/09/18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03531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26/09/18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8021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26/09/18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3817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26/09/18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3723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PA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modificar el estilo de subtítulo del patrón</a:t>
            </a:r>
            <a:endParaRPr lang="es-PA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26/09/18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24341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A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A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26/09/18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54430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PA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26/09/18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48440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A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A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A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26/09/18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33346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A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A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A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26/09/18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61139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A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26/09/18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593478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26/09/18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50822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PA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A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26/09/18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872999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PA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A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26/09/18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660825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A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A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26/09/18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395337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PA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A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26/09/18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42771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26/09/18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13121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26/09/18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544011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26/09/18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145082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26/09/18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606229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26/09/18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239640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26/09/18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091846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26/09/18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453987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26/09/18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382879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26/09/18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358930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26/09/18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684558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26/09/18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769494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PA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modificar el estilo de subtítulo del patrón</a:t>
            </a:r>
            <a:endParaRPr lang="es-PA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26/09/18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083039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A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A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26/09/18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481121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PA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26/09/18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508371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A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A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A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26/09/18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021944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A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A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A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26/09/18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402784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A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26/09/18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52061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26/09/18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937996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PA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A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26/09/18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552909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PA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A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26/09/18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268778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A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A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26/09/18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908744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PA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A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26/09/18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320895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26/09/18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714988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26/09/18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912588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26/09/18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535061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26/09/18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388730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26/09/18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22418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26/09/18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753936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26/09/18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103316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26/09/18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415284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26/09/18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441897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9/26/2018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918143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9/26/2018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704030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48177" y="3771174"/>
            <a:ext cx="5540814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9/26/2018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21562919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3124201"/>
            <a:ext cx="6620968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9/26/2018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202387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9/26/2018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197459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9/26/2018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9566807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26/09/18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53428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26/09/18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187527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13" Type="http://schemas.openxmlformats.org/officeDocument/2006/relationships/image" Target="../media/image2.pn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13" Type="http://schemas.openxmlformats.org/officeDocument/2006/relationships/image" Target="../media/image1.png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8.xml"/><Relationship Id="rId6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0.xml"/><Relationship Id="rId8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4.xml"/><Relationship Id="rId12" Type="http://schemas.openxmlformats.org/officeDocument/2006/relationships/theme" Target="../theme/theme4.xml"/><Relationship Id="rId13" Type="http://schemas.openxmlformats.org/officeDocument/2006/relationships/image" Target="../media/image2.png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slideLayout" Target="../slideLayouts/slideLayout46.xml"/><Relationship Id="rId3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1.xml"/><Relationship Id="rId8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5.xml"/><Relationship Id="rId12" Type="http://schemas.openxmlformats.org/officeDocument/2006/relationships/slideLayout" Target="../slideLayouts/slideLayout56.xml"/><Relationship Id="rId13" Type="http://schemas.openxmlformats.org/officeDocument/2006/relationships/slideLayout" Target="../slideLayouts/slideLayout57.xml"/><Relationship Id="rId14" Type="http://schemas.openxmlformats.org/officeDocument/2006/relationships/slideLayout" Target="../slideLayouts/slideLayout58.xml"/><Relationship Id="rId15" Type="http://schemas.openxmlformats.org/officeDocument/2006/relationships/slideLayout" Target="../slideLayouts/slideLayout59.xml"/><Relationship Id="rId16" Type="http://schemas.openxmlformats.org/officeDocument/2006/relationships/slideLayout" Target="../slideLayouts/slideLayout60.xml"/><Relationship Id="rId17" Type="http://schemas.openxmlformats.org/officeDocument/2006/relationships/slideLayout" Target="../slideLayouts/slideLayout61.xml"/><Relationship Id="rId18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91888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890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13"/>
          <a:srcRect l="365"/>
          <a:stretch/>
        </p:blipFill>
        <p:spPr>
          <a:xfrm>
            <a:off x="0" y="0"/>
            <a:ext cx="9173102" cy="6858000"/>
          </a:xfrm>
          <a:prstGeom prst="rect">
            <a:avLst/>
          </a:prstGeom>
        </p:spPr>
      </p:pic>
      <p:sp>
        <p:nvSpPr>
          <p:cNvPr id="3" name="Rectangle 2"/>
          <p:cNvSpPr/>
          <p:nvPr userDrawn="1"/>
        </p:nvSpPr>
        <p:spPr>
          <a:xfrm>
            <a:off x="251520" y="6237312"/>
            <a:ext cx="16433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PMO-MON-102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8288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9188823" cy="6858000"/>
          </a:xfrm>
          <a:prstGeom prst="rect">
            <a:avLst/>
          </a:prstGeom>
        </p:spPr>
      </p:pic>
      <p:sp>
        <p:nvSpPr>
          <p:cNvPr id="3" name="Rectangle 2"/>
          <p:cNvSpPr/>
          <p:nvPr userDrawn="1"/>
        </p:nvSpPr>
        <p:spPr>
          <a:xfrm>
            <a:off x="251520" y="6237312"/>
            <a:ext cx="16433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chemeClr val="tx1"/>
                </a:solidFill>
              </a:rPr>
              <a:t>PMO-MON-101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7786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13"/>
          <a:srcRect l="365"/>
          <a:stretch/>
        </p:blipFill>
        <p:spPr>
          <a:xfrm>
            <a:off x="0" y="0"/>
            <a:ext cx="9173102" cy="6858000"/>
          </a:xfrm>
          <a:prstGeom prst="rect">
            <a:avLst/>
          </a:prstGeom>
        </p:spPr>
      </p:pic>
      <p:sp>
        <p:nvSpPr>
          <p:cNvPr id="2" name="Rectangle 1"/>
          <p:cNvSpPr/>
          <p:nvPr userDrawn="1"/>
        </p:nvSpPr>
        <p:spPr>
          <a:xfrm>
            <a:off x="251520" y="6237312"/>
            <a:ext cx="16433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PMO-MON-101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185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7000"/>
                </a:schemeClr>
              </a:gs>
              <a:gs pos="69000">
                <a:schemeClr val="accent1">
                  <a:lumMod val="60000"/>
                  <a:lumOff val="40000"/>
                  <a:alpha val="0"/>
                </a:schemeClr>
              </a:gs>
              <a:gs pos="36000">
                <a:schemeClr val="accent1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14000"/>
                </a:schemeClr>
              </a:gs>
              <a:gs pos="73000">
                <a:schemeClr val="accent1">
                  <a:lumMod val="60000"/>
                  <a:lumOff val="40000"/>
                  <a:alpha val="0"/>
                </a:schemeClr>
              </a:gs>
              <a:gs pos="36000">
                <a:schemeClr val="accent1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10000"/>
                </a:schemeClr>
              </a:gs>
              <a:gs pos="66000">
                <a:schemeClr val="accent1">
                  <a:lumMod val="60000"/>
                  <a:lumOff val="40000"/>
                  <a:alpha val="0"/>
                </a:schemeClr>
              </a:gs>
              <a:gs pos="31000">
                <a:schemeClr val="accent1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11000"/>
                </a:schemeClr>
              </a:gs>
              <a:gs pos="75000">
                <a:schemeClr val="accent1">
                  <a:lumMod val="60000"/>
                  <a:lumOff val="40000"/>
                  <a:alpha val="0"/>
                </a:schemeClr>
              </a:gs>
              <a:gs pos="36000">
                <a:schemeClr val="accent1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8000"/>
                </a:schemeClr>
              </a:gs>
              <a:gs pos="72000">
                <a:schemeClr val="accent1">
                  <a:lumMod val="60000"/>
                  <a:lumOff val="40000"/>
                  <a:alpha val="0"/>
                </a:schemeClr>
              </a:gs>
              <a:gs pos="36000">
                <a:schemeClr val="accent1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9/26/2018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303438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  <p:sldLayoutId id="2147483774" r:id="rId12"/>
    <p:sldLayoutId id="2147483775" r:id="rId13"/>
    <p:sldLayoutId id="2147483776" r:id="rId14"/>
    <p:sldLayoutId id="2147483777" r:id="rId15"/>
    <p:sldLayoutId id="2147483778" r:id="rId16"/>
    <p:sldLayoutId id="214748377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691680" y="620688"/>
            <a:ext cx="6020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A" sz="2800" b="1" dirty="0" smtClean="0">
                <a:solidFill>
                  <a:prstClr val="white"/>
                </a:solidFill>
              </a:rPr>
              <a:t>RETROSPECTIVA DEL SPRINT 1</a:t>
            </a:r>
            <a:endParaRPr lang="en-US" sz="2800" b="1" dirty="0">
              <a:solidFill>
                <a:prstClr val="white"/>
              </a:solidFill>
            </a:endParaRPr>
          </a:p>
        </p:txBody>
      </p:sp>
      <p:sp>
        <p:nvSpPr>
          <p:cNvPr id="3" name="CuadroTexto 1"/>
          <p:cNvSpPr txBox="1"/>
          <p:nvPr/>
        </p:nvSpPr>
        <p:spPr>
          <a:xfrm>
            <a:off x="1403648" y="4293096"/>
            <a:ext cx="602039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A" sz="2800" b="1" dirty="0" smtClean="0">
                <a:solidFill>
                  <a:prstClr val="white"/>
                </a:solidFill>
              </a:rPr>
              <a:t>SISTEMA INTELIGENTE: TUMORES CEREBRALES EN MRI</a:t>
            </a:r>
          </a:p>
          <a:p>
            <a:pPr algn="ctr"/>
            <a:r>
              <a:rPr lang="es-PA" sz="2800" b="1" dirty="0" err="1" smtClean="0">
                <a:solidFill>
                  <a:prstClr val="white"/>
                </a:solidFill>
              </a:rPr>
              <a:t>12/10/2026</a:t>
            </a:r>
            <a:endParaRPr lang="es-PA" sz="2800" b="1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8260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7544" y="1412776"/>
            <a:ext cx="4243469" cy="32624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A" sz="2800" b="1" dirty="0" smtClean="0"/>
              <a:t>AGENDA</a:t>
            </a:r>
          </a:p>
          <a:p>
            <a:endParaRPr lang="es-PA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PA" sz="2000" dirty="0"/>
              <a:t>Qué aprendimos?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PA" sz="2000" dirty="0"/>
              <a:t>Qué estamos haciendo bien?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PA" sz="2000" dirty="0"/>
              <a:t>Qué podemos hacer mejor?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PA" sz="2000" dirty="0"/>
              <a:t>Personas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PA" sz="2000" dirty="0"/>
              <a:t>Relaciones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PA" sz="2000" dirty="0"/>
              <a:t>Procesos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PA" sz="2000" dirty="0"/>
              <a:t>Herramientas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PA" sz="2000" dirty="0" smtClean="0"/>
              <a:t>Acciones </a:t>
            </a:r>
            <a:r>
              <a:rPr lang="es-PA" sz="2000" dirty="0"/>
              <a:t>a realizar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3424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7498079" cy="8229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¿QUÉ APRENDIMOS?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7498079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FFFFFF"/>
                </a:solidFill>
                <a:latin typeface="Calibri"/>
              </a:rPr>
              <a:t>•  Sobre el problema, los datos, las herramientas y la metodología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FFFFF"/>
                </a:solidFill>
                <a:latin typeface="Calibri"/>
              </a:rPr>
              <a:t>•  [completar con el equipo en la retrospectiva]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7498079" cy="8229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¿QUÉ ESTAMOS HACIENDO BIEN?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7498079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FFFFFF"/>
                </a:solidFill>
                <a:latin typeface="Calibri"/>
              </a:rPr>
              <a:t>•  Lo que queremos mantener en el Sprint 2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FFFFF"/>
                </a:solidFill>
                <a:latin typeface="Calibri"/>
              </a:rPr>
              <a:t>•  [completar con el equipo en la retrospectiva]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7498079" cy="8229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¿QUÉ PODEMOS HACER MEJOR?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7498079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FFFFFF"/>
                </a:solidFill>
                <a:latin typeface="Calibri"/>
              </a:rPr>
              <a:t>•  Acciones concretas para el Sprint 2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FFFFF"/>
                </a:solidFill>
                <a:latin typeface="Calibri"/>
              </a:rPr>
              <a:t>•  [completar con el equipo en la retrospectiva]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7498079" cy="8229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PERSONAS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7498079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FFFFFF"/>
                </a:solidFill>
                <a:latin typeface="Calibri"/>
              </a:rPr>
              <a:t>•  Reparto del trabajo, apoyo entre compañeros y disponibilidad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FFFFF"/>
                </a:solidFill>
                <a:latin typeface="Calibri"/>
              </a:rPr>
              <a:t>•  [completar con el equipo en la retrospectiva]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7498079" cy="8229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RELACIONES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7498079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FFFFFF"/>
                </a:solidFill>
                <a:latin typeface="Calibri"/>
              </a:rPr>
              <a:t>•  Comunicación del equipo y con el docente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FFFFF"/>
                </a:solidFill>
                <a:latin typeface="Calibri"/>
              </a:rPr>
              <a:t>•  [completar con el equipo en la retrospectiva]</a:t>
            </a:r>
          </a:p>
        </p:txBody>
      </p:sp>
    </p:spTree>
  </p:cSld>
  <p:clrMapOvr>
    <a:masterClrMapping/>
  </p:clrMapOvr>
</p:sld>
</file>

<file path=ppt/theme/_rels/theme5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/Relationships>
</file>

<file path=ppt/theme/theme1.xml><?xml version="1.0" encoding="utf-8"?>
<a:theme xmlns:a="http://schemas.openxmlformats.org/drawingml/2006/main" name="1_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 PPT_Grupo Rey_Actualizada_1 [solo lectura]" id="{533A53B2-B7D8-4C76-81B7-5CC4BE25A0E7}" vid="{F4D2D2C8-2F4E-4B5A-9940-CB63F3447BE0}"/>
    </a:ext>
  </a:extLst>
</a:theme>
</file>

<file path=ppt/theme/theme2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 PPT_Grupo Rey_Actualizada_1 [solo lectura]" id="{533A53B2-B7D8-4C76-81B7-5CC4BE25A0E7}" vid="{502E3936-DC63-43D3-BC3E-45E2DBA39A5A}"/>
    </a:ext>
  </a:extLst>
</a:theme>
</file>

<file path=ppt/theme/theme3.xml><?xml version="1.0" encoding="utf-8"?>
<a:theme xmlns:a="http://schemas.openxmlformats.org/drawingml/2006/main" name="2_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 PPT_Grupo Rey_Actualizada_1 [solo lectura]" id="{533A53B2-B7D8-4C76-81B7-5CC4BE25A0E7}" vid="{F4D2D2C8-2F4E-4B5A-9940-CB63F3447BE0}"/>
    </a:ext>
  </a:extLst>
</a:theme>
</file>

<file path=ppt/theme/theme4.xml><?xml version="1.0" encoding="utf-8"?>
<a:theme xmlns:a="http://schemas.openxmlformats.org/drawingml/2006/main" name="1_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 PPT_Grupo Rey_Actualizada_1 [solo lectura]" id="{533A53B2-B7D8-4C76-81B7-5CC4BE25A0E7}" vid="{502E3936-DC63-43D3-BC3E-45E2DBA39A5A}"/>
    </a:ext>
  </a:extLst>
</a:theme>
</file>

<file path=ppt/theme/theme5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EE5818"/>
      </a:dk2>
      <a:lt2>
        <a:srgbClr val="EBEBEB"/>
      </a:lt2>
      <a:accent1>
        <a:srgbClr val="F5A408"/>
      </a:accent1>
      <a:accent2>
        <a:srgbClr val="FA731A"/>
      </a:accent2>
      <a:accent3>
        <a:srgbClr val="AB9281"/>
      </a:accent3>
      <a:accent4>
        <a:srgbClr val="A18CD0"/>
      </a:accent4>
      <a:accent5>
        <a:srgbClr val="8EBBD2"/>
      </a:accent5>
      <a:accent6>
        <a:srgbClr val="ACC995"/>
      </a:accent6>
      <a:hlink>
        <a:srgbClr val="FAC96A"/>
      </a:hlink>
      <a:folHlink>
        <a:srgbClr val="FCDB9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04000"/>
                <a:satMod val="128000"/>
                <a:lumMod val="104000"/>
              </a:schemeClr>
            </a:gs>
            <a:gs pos="100000">
              <a:schemeClr val="phClr">
                <a:tint val="100000"/>
                <a:shade val="76000"/>
                <a:hueMod val="89000"/>
                <a:satMod val="164000"/>
                <a:lumMod val="68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2000"/>
                <a:hueMod val="42000"/>
                <a:satMod val="124000"/>
                <a:lumMod val="62000"/>
              </a:schemeClr>
              <a:schemeClr val="phClr">
                <a:tint val="96000"/>
                <a:satMod val="13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5A2F9111-B2DB-470C-BA56-608F9B658826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Version=15.0.0.0, Culture=neutral, PublicKeyToken=71e9bce111e9429c</Assembly>
    <Class>Microsoft.Office.DocumentManagement.Internal.DocIdHandler</Class>
    <Data/>
    <Filter/>
  </Receiver>
</spe:Receiver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01eb4bd6-a8ff-4439-b7eb-fe0a650fbd8a">FWJASSSE55TN-275-90</_dlc_DocId>
    <_dlc_DocIdUrl xmlns="01eb4bd6-a8ff-4439-b7eb-fe0a650fbd8a">
      <Url>https://portal.smrey.net/areas/it/_layouts/15/DocIdRedir.aspx?ID=FWJASSSE55TN-275-90</Url>
      <Description>FWJASSSE55TN-275-90</Description>
    </_dlc_DocIdUrl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5124E24CAF14D46B2DD609ACFD84C07" ma:contentTypeVersion="0" ma:contentTypeDescription="Create a new document." ma:contentTypeScope="" ma:versionID="9971b3b784abbe199b171e233c6d3889">
  <xsd:schema xmlns:xsd="http://www.w3.org/2001/XMLSchema" xmlns:xs="http://www.w3.org/2001/XMLSchema" xmlns:p="http://schemas.microsoft.com/office/2006/metadata/properties" xmlns:ns2="01eb4bd6-a8ff-4439-b7eb-fe0a650fbd8a" targetNamespace="http://schemas.microsoft.com/office/2006/metadata/properties" ma:root="true" ma:fieldsID="9a36e787f936117f0a8f63b0cc0186e7" ns2:_="">
    <xsd:import namespace="01eb4bd6-a8ff-4439-b7eb-fe0a650fbd8a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eb4bd6-a8ff-4439-b7eb-fe0a650fbd8a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Identificador persistente" ma:description="Mantener el identificador al agregar." ma:hidden="true" ma:internalName="_dlc_DocIdPersistId" ma:readOnly="tru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6403FF3-E664-4B75-AE82-10E83625546A}">
  <ds:schemaRefs>
    <ds:schemaRef ds:uri="http://schemas.microsoft.com/sharepoint/events"/>
  </ds:schemaRefs>
</ds:datastoreItem>
</file>

<file path=customXml/itemProps2.xml><?xml version="1.0" encoding="utf-8"?>
<ds:datastoreItem xmlns:ds="http://schemas.openxmlformats.org/officeDocument/2006/customXml" ds:itemID="{2EA82C02-33B1-44E3-8205-C641671E37A6}">
  <ds:schemaRefs>
    <ds:schemaRef ds:uri="http://schemas.microsoft.com/office/2006/documentManagement/types"/>
    <ds:schemaRef ds:uri="http://schemas.microsoft.com/office/infopath/2007/PartnerControls"/>
    <ds:schemaRef ds:uri="http://purl.org/dc/terms/"/>
    <ds:schemaRef ds:uri="http://purl.org/dc/elements/1.1/"/>
    <ds:schemaRef ds:uri="http://www.w3.org/XML/1998/namespace"/>
    <ds:schemaRef ds:uri="01eb4bd6-a8ff-4439-b7eb-fe0a650fbd8a"/>
    <ds:schemaRef ds:uri="http://schemas.microsoft.com/office/2006/metadata/properties"/>
    <ds:schemaRef ds:uri="http://schemas.openxmlformats.org/package/2006/metadata/core-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00AB431C-329B-4A82-A797-4BEB23E9049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1eb4bd6-a8ff-4439-b7eb-fe0a650fbd8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761A4983-4A93-4B3A-8900-9EB737E8271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9220</TotalTime>
  <Words>30</Words>
  <Application>Microsoft Office PowerPoint</Application>
  <PresentationFormat>Presentación en pantalla (4:3)</PresentationFormat>
  <Paragraphs>14</Paragraphs>
  <Slides>2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5</vt:i4>
      </vt:variant>
      <vt:variant>
        <vt:lpstr>Títulos de diapositiva</vt:lpstr>
      </vt:variant>
      <vt:variant>
        <vt:i4>2</vt:i4>
      </vt:variant>
    </vt:vector>
  </HeadingPairs>
  <TitlesOfParts>
    <vt:vector size="12" baseType="lpstr">
      <vt:lpstr>Arial</vt:lpstr>
      <vt:lpstr>Calibri</vt:lpstr>
      <vt:lpstr>Calibri Light</vt:lpstr>
      <vt:lpstr>Century Gothic</vt:lpstr>
      <vt:lpstr>Wingdings 3</vt:lpstr>
      <vt:lpstr>1_Tema de Office</vt:lpstr>
      <vt:lpstr>Diseño personalizado</vt:lpstr>
      <vt:lpstr>2_Tema de Office</vt:lpstr>
      <vt:lpstr>1_Diseño personalizado</vt:lpstr>
      <vt:lpstr>Ion</vt:lpstr>
      <vt:lpstr>Presentación de PowerPoint</vt:lpstr>
      <vt:lpstr>Presentación de PowerPoint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hbravo-consultorge@innovacion.gob.pa</dc:creator>
  <cp:lastModifiedBy>Hector Bravo Consultor GE</cp:lastModifiedBy>
  <cp:revision>254</cp:revision>
  <dcterms:created xsi:type="dcterms:W3CDTF">2012-03-27T19:44:46Z</dcterms:created>
  <dcterms:modified xsi:type="dcterms:W3CDTF">2018-09-26T17:44:04Z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0x010100A5124E24CAF14D46B2DD609ACFD84C07</vt:lpwstr>
  </property>
  <property fmtid="{D5CDD505-2E9C-101B-9397-08002B2CF9AE}" pid="3" name="_dlc_DocIdItemGuid">
    <vt:lpwstr>7586f2f4-d20d-492b-9868-1bee41335ca5</vt:lpwstr>
  </property>
</Properties>
</file>