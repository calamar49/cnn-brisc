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5"/>
    <p:sldMasterId id="2147483684" r:id="rId6"/>
    <p:sldMasterId id="2147483708" r:id="rId7"/>
    <p:sldMasterId id="2147483720" r:id="rId8"/>
    <p:sldMasterId id="2147483762" r:id="rId9"/>
  </p:sldMasterIdLst>
  <p:notesMasterIdLst>
    <p:notesMasterId r:id="rId12"/>
  </p:notesMasterIdLst>
  <p:sldIdLst>
    <p:sldId id="266" r:id="rId10"/>
    <p:sldId id="271" r:id="rId11"/>
    <p:sldId id="272" r:id="rId17"/>
    <p:sldId id="273" r:id="rId18"/>
    <p:sldId id="274" r:id="rId19"/>
    <p:sldId id="275" r:id="rId20"/>
    <p:sldId id="276" r:id="rId21"/>
  </p:sldIdLst>
  <p:sldSz cx="9144000" cy="6858000" type="screen4x3"/>
  <p:notesSz cx="6858000" cy="9144000"/>
  <p:defaultTextStyle>
    <a:defPPr>
      <a:defRPr lang="es-P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000"/>
    <a:srgbClr val="C41F04"/>
    <a:srgbClr val="E10000"/>
    <a:srgbClr val="CD0000"/>
    <a:srgbClr val="8E00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9" autoAdjust="0"/>
    <p:restoredTop sz="95126" autoAdjust="0"/>
  </p:normalViewPr>
  <p:slideViewPr>
    <p:cSldViewPr>
      <p:cViewPr varScale="1">
        <p:scale>
          <a:sx n="70" d="100"/>
          <a:sy n="70" d="100"/>
        </p:scale>
        <p:origin x="600" y="2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-666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slideMaster" Target="slideMasters/slideMaster4.xml"/><Relationship Id="rId9" Type="http://schemas.openxmlformats.org/officeDocument/2006/relationships/slideMaster" Target="slideMasters/slideMaster5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D22397-19D0-43F4-884F-DD192CCA8686}" type="datetimeFigureOut">
              <a:rPr lang="es-PA" smtClean="0"/>
              <a:t>26/09/18</a:t>
            </a:fld>
            <a:endParaRPr lang="es-P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s-P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90ED58-E70D-4DA0-B0A1-68F16CF969FA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3096895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90ED58-E70D-4DA0-B0A1-68F16CF969FA}" type="slidenum">
              <a:rPr lang="es-PA" smtClean="0"/>
              <a:t>1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13676425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1718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173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6457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272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159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6812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1363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35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02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381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3723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2434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4430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48440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3346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1139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59347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0822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7299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6082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39533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277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31215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54401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4508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0622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3964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09184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453987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8287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35893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68455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76949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8303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8112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50837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021944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0278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5206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3799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552909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A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68778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8744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A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A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E92C4EAE-EEEA-4B0B-8FE1-CBB9127FF83B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2B23A4EE-5712-40FE-9C4B-4894C5B14467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320895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714988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1258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3506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388730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2241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53936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03316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415284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4189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18143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04030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48177" y="3771174"/>
            <a:ext cx="5540814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2156291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3124201"/>
            <a:ext cx="6620968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02387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97459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pPr/>
              <a:t>9/26/2018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56680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53428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C9D8D-03E1-4DA5-B5D0-284F89CF2A81}" type="datetimeFigureOut">
              <a:rPr lang="es-PA" smtClean="0">
                <a:solidFill>
                  <a:prstClr val="black"/>
                </a:solidFill>
              </a:rPr>
              <a:pPr/>
              <a:t>26/09/18</a:t>
            </a:fld>
            <a:endParaRPr lang="es-PA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949DC-92D9-4F31-B354-335DFB0452AD}" type="slidenum">
              <a:rPr lang="es-PA" smtClean="0">
                <a:solidFill>
                  <a:prstClr val="black"/>
                </a:solidFill>
              </a:rPr>
              <a:pPr/>
              <a:t>‹Nº›</a:t>
            </a:fld>
            <a:endParaRPr lang="es-PA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18752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13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13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slideLayout" Target="../slideLayouts/slideLayout46.xml"/><Relationship Id="rId3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0.xml"/><Relationship Id="rId7" Type="http://schemas.openxmlformats.org/officeDocument/2006/relationships/slideLayout" Target="../slideLayouts/slideLayout51.xml"/><Relationship Id="rId8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56.xml"/><Relationship Id="rId13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58.xml"/><Relationship Id="rId15" Type="http://schemas.openxmlformats.org/officeDocument/2006/relationships/slideLayout" Target="../slideLayouts/slideLayout59.xml"/><Relationship Id="rId16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1.xml"/><Relationship Id="rId1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9188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90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13"/>
          <a:srcRect l="365"/>
          <a:stretch/>
        </p:blipFill>
        <p:spPr>
          <a:xfrm>
            <a:off x="0" y="0"/>
            <a:ext cx="9173102" cy="685800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PMO-MON-102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288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0"/>
            <a:ext cx="9188823" cy="685800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tx1"/>
                </a:solidFill>
              </a:rPr>
              <a:t>PMO-MON-101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7786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13"/>
          <a:srcRect l="365"/>
          <a:stretch/>
        </p:blipFill>
        <p:spPr>
          <a:xfrm>
            <a:off x="0" y="0"/>
            <a:ext cx="9173102" cy="6858000"/>
          </a:xfrm>
          <a:prstGeom prst="rect">
            <a:avLst/>
          </a:prstGeom>
        </p:spPr>
      </p:pic>
      <p:sp>
        <p:nvSpPr>
          <p:cNvPr id="2" name="Rectangle 1"/>
          <p:cNvSpPr/>
          <p:nvPr userDrawn="1"/>
        </p:nvSpPr>
        <p:spPr>
          <a:xfrm>
            <a:off x="251520" y="6237312"/>
            <a:ext cx="16433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PMO-MON-101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85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4000"/>
                </a:schemeClr>
              </a:gs>
              <a:gs pos="73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0000"/>
                </a:schemeClr>
              </a:gs>
              <a:gs pos="66000">
                <a:schemeClr val="accent1">
                  <a:lumMod val="60000"/>
                  <a:lumOff val="40000"/>
                  <a:alpha val="0"/>
                </a:schemeClr>
              </a:gs>
              <a:gs pos="31000">
                <a:schemeClr val="accent1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11000"/>
                </a:schemeClr>
              </a:gs>
              <a:gs pos="75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8000"/>
                </a:schemeClr>
              </a:gs>
              <a:gs pos="72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9/26/2018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3034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/>
          <p:cNvSpPr txBox="1"/>
          <p:nvPr/>
        </p:nvSpPr>
        <p:spPr>
          <a:xfrm>
            <a:off x="1691680" y="620688"/>
            <a:ext cx="6020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A" sz="2800" b="1" dirty="0" smtClean="0">
                <a:solidFill>
                  <a:prstClr val="white"/>
                </a:solidFill>
              </a:rPr>
              <a:t>RETROSPECTIVA DEL SPRINT 1</a:t>
            </a:r>
            <a:endParaRPr lang="en-US" sz="2800" b="1" dirty="0">
              <a:solidFill>
                <a:prstClr val="white"/>
              </a:solidFill>
            </a:endParaRPr>
          </a:p>
        </p:txBody>
      </p:sp>
      <p:sp>
        <p:nvSpPr>
          <p:cNvPr id="3" name="CuadroTexto 1"/>
          <p:cNvSpPr txBox="1"/>
          <p:nvPr/>
        </p:nvSpPr>
        <p:spPr>
          <a:xfrm>
            <a:off x="1403648" y="4293096"/>
            <a:ext cx="60203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A" sz="2800" b="1" dirty="0" smtClean="0">
                <a:solidFill>
                  <a:prstClr val="white"/>
                </a:solidFill>
              </a:rPr>
              <a:t>SISTEMA INTELIGENTE: TUMORES CEREBRALES EN MRI</a:t>
            </a:r>
          </a:p>
          <a:p>
            <a:pPr algn="ctr"/>
            <a:r>
              <a:rPr lang="es-PA" sz="2800" b="1" dirty="0" err="1" smtClean="0">
                <a:solidFill>
                  <a:prstClr val="white"/>
                </a:solidFill>
              </a:rPr>
              <a:t>12/10/2026</a:t>
            </a:r>
            <a:endParaRPr lang="es-PA" sz="2800" b="1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826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1412776"/>
            <a:ext cx="4243469" cy="32624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A" sz="2800" b="1" dirty="0" smtClean="0"/>
              <a:t>AGENDA</a:t>
            </a:r>
          </a:p>
          <a:p>
            <a:endParaRPr lang="es-PA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/>
              <a:t>Qué aprendimos?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/>
              <a:t>Qué estamos haciendo bien?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/>
              <a:t>Qué podemos hacer mejor?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PA" sz="2000" dirty="0"/>
              <a:t>Personas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PA" sz="2000" dirty="0"/>
              <a:t>Relaciones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PA" sz="2000" dirty="0"/>
              <a:t>Procesos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PA" sz="2000" dirty="0"/>
              <a:t>Herramientas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PA" sz="2000" dirty="0" smtClean="0"/>
              <a:t>Acciones </a:t>
            </a:r>
            <a:r>
              <a:rPr lang="es-PA" sz="2000" dirty="0"/>
              <a:t>a realizar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424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¿QUÉ APRENDIMOS?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Sobre el problema, los datos, las herramientas y la metodología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[completar con el equipo en la retrospectiva]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¿QUÉ ESTAMOS HACIENDO BIEN?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Lo que queremos mantener en el Sprint 2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[completar con el equipo en la retrospectiva]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¿QUÉ PODEMOS HACER MEJOR?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Acciones concretas para el Sprint 2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[completar con el equipo en la retrospectiva]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PERSONAS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Reparto del trabajo, apoyo entre compañeros y disponibilidad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[completar con el equipo en la retrospectiva]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498079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RELACIONES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4980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Comunicación del equipo y con el docente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[completar con el equipo en la retrospectiva]</a:t>
            </a:r>
          </a:p>
        </p:txBody>
      </p:sp>
    </p:spTree>
  </p:cSld>
  <p:clrMapOvr>
    <a:masterClrMapping/>
  </p:clrMapOvr>
</p:sld>
</file>

<file path=ppt/theme/_rels/them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F4D2D2C8-2F4E-4B5A-9940-CB63F3447BE0}"/>
    </a:ext>
  </a:extLst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502E3936-DC63-43D3-BC3E-45E2DBA39A5A}"/>
    </a:ext>
  </a:extLst>
</a:theme>
</file>

<file path=ppt/theme/theme3.xml><?xml version="1.0" encoding="utf-8"?>
<a:theme xmlns:a="http://schemas.openxmlformats.org/drawingml/2006/main" name="2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F4D2D2C8-2F4E-4B5A-9940-CB63F3447BE0}"/>
    </a:ext>
  </a:extLst>
</a:theme>
</file>

<file path=ppt/theme/theme4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 PPT_Grupo Rey_Actualizada_1 [solo lectura]" id="{533A53B2-B7D8-4C76-81B7-5CC4BE25A0E7}" vid="{502E3936-DC63-43D3-BC3E-45E2DBA39A5A}"/>
    </a:ext>
  </a:extLst>
</a:theme>
</file>

<file path=ppt/theme/theme5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tint val="100000"/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01eb4bd6-a8ff-4439-b7eb-fe0a650fbd8a">FWJASSSE55TN-275-90</_dlc_DocId>
    <_dlc_DocIdUrl xmlns="01eb4bd6-a8ff-4439-b7eb-fe0a650fbd8a">
      <Url>https://portal.smrey.net/areas/it/_layouts/15/DocIdRedir.aspx?ID=FWJASSSE55TN-275-90</Url>
      <Description>FWJASSSE55TN-275-90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124E24CAF14D46B2DD609ACFD84C07" ma:contentTypeVersion="0" ma:contentTypeDescription="Create a new document." ma:contentTypeScope="" ma:versionID="9971b3b784abbe199b171e233c6d3889">
  <xsd:schema xmlns:xsd="http://www.w3.org/2001/XMLSchema" xmlns:xs="http://www.w3.org/2001/XMLSchema" xmlns:p="http://schemas.microsoft.com/office/2006/metadata/properties" xmlns:ns2="01eb4bd6-a8ff-4439-b7eb-fe0a650fbd8a" targetNamespace="http://schemas.microsoft.com/office/2006/metadata/properties" ma:root="true" ma:fieldsID="9a36e787f936117f0a8f63b0cc0186e7" ns2:_="">
    <xsd:import namespace="01eb4bd6-a8ff-4439-b7eb-fe0a650fbd8a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eb4bd6-a8ff-4439-b7eb-fe0a650fbd8a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Identificador persistente" ma:description="Mantener el identificador al agregar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6403FF3-E664-4B75-AE82-10E83625546A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2EA82C02-33B1-44E3-8205-C641671E37A6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01eb4bd6-a8ff-4439-b7eb-fe0a650fbd8a"/>
    <ds:schemaRef ds:uri="http://schemas.microsoft.com/office/2006/metadata/properties"/>
    <ds:schemaRef ds:uri="http://schemas.openxmlformats.org/package/2006/metadata/core-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0AB431C-329B-4A82-A797-4BEB23E904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eb4bd6-a8ff-4439-b7eb-fe0a650fbd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761A4983-4A93-4B3A-8900-9EB737E8271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9220</TotalTime>
  <Words>30</Words>
  <Application>Microsoft Office PowerPoint</Application>
  <PresentationFormat>Presentación en pantalla (4:3)</PresentationFormat>
  <Paragraphs>14</Paragraphs>
  <Slides>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5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Arial</vt:lpstr>
      <vt:lpstr>Calibri</vt:lpstr>
      <vt:lpstr>Calibri Light</vt:lpstr>
      <vt:lpstr>Century Gothic</vt:lpstr>
      <vt:lpstr>Wingdings 3</vt:lpstr>
      <vt:lpstr>1_Tema de Office</vt:lpstr>
      <vt:lpstr>Diseño personalizado</vt:lpstr>
      <vt:lpstr>2_Tema de Office</vt:lpstr>
      <vt:lpstr>1_Diseño personalizado</vt:lpstr>
      <vt:lpstr>Ion</vt:lpstr>
      <vt:lpstr>Presentación de PowerPoint</vt:lpstr>
      <vt:lpstr>Presentación de PowerPoint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hbravo-consultorge@innovacion.gob.pa</dc:creator>
  <cp:lastModifiedBy>Hector Bravo Consultor GE</cp:lastModifiedBy>
  <cp:revision>254</cp:revision>
  <dcterms:created xsi:type="dcterms:W3CDTF">2012-03-27T19:44:46Z</dcterms:created>
  <dcterms:modified xsi:type="dcterms:W3CDTF">2018-09-26T17:44:04Z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0x010100A5124E24CAF14D46B2DD609ACFD84C07</vt:lpwstr>
  </property>
  <property fmtid="{D5CDD505-2E9C-101B-9397-08002B2CF9AE}" pid="3" name="_dlc_DocIdItemGuid">
    <vt:lpwstr>7586f2f4-d20d-492b-9868-1bee41335ca5</vt:lpwstr>
  </property>
</Properties>
</file>