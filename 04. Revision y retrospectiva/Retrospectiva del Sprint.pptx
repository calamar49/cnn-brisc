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E8C6A"/>
                </a:solidFill>
                <a:latin typeface="Calibri"/>
              </a:rPr>
              <a:t>REUNIÓN DEL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987552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F3864"/>
                </a:solidFill>
                <a:latin typeface="Calibri"/>
              </a:rPr>
              <a:t>Retrospectiva del Sprint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8755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6B7280"/>
                </a:solidFill>
                <a:latin typeface="Calibri"/>
              </a:rPr>
              <a:t>Sistema Inteligente para clasificar y segmentar tumores cerebrales en MRI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023360"/>
            <a:ext cx="1463040" cy="36576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3238"/>
                </a:solidFill>
                <a:latin typeface="Calibri"/>
              </a:rPr>
              <a:t>12 de octubre de 2026 · Scrum Master: Cuchuyrrumi Mamani Manuel Rodrigo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F3864"/>
                </a:solidFill>
                <a:latin typeface="Calibri"/>
              </a:rPr>
              <a:t>Temas de la retrospectiva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55064"/>
            <a:ext cx="96012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F3864"/>
                </a:solidFill>
                <a:latin typeface="Calibri"/>
              </a:rPr>
              <a:t>¿Qué aprendimos?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993392"/>
            <a:ext cx="9601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Sobre el problema, los datos, las herramientas y la metodología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87752"/>
            <a:ext cx="502920" cy="50292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51176"/>
            <a:ext cx="96012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F3864"/>
                </a:solidFill>
                <a:latin typeface="Calibri"/>
              </a:rPr>
              <a:t>¿Qué estamos haciendo bien?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889504"/>
            <a:ext cx="9601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Lo que queremos mantener en el Sprint 2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83864"/>
            <a:ext cx="502920" cy="50292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447288"/>
            <a:ext cx="96012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F3864"/>
                </a:solidFill>
                <a:latin typeface="Calibri"/>
              </a:rPr>
              <a:t>¿Qué podemos hacer mejor?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785615"/>
            <a:ext cx="9601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Acciones concretas para el Sprint 2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379976"/>
            <a:ext cx="502920" cy="50292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343400"/>
            <a:ext cx="96012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F3864"/>
                </a:solidFill>
                <a:latin typeface="Calibri"/>
              </a:rPr>
              <a:t>Personas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4681728"/>
            <a:ext cx="9601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Reparto del trabajo, apoyo entre compañeros y disponibilidad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239512"/>
            <a:ext cx="96012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F3864"/>
                </a:solidFill>
                <a:latin typeface="Calibri"/>
              </a:rPr>
              <a:t>Relaciones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577840"/>
            <a:ext cx="9601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Comunicación del equipo y con el docente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RETROSPECTIVA · TEMA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¿Qué aprendimos?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280"/>
                </a:solidFill>
                <a:latin typeface="Calibri"/>
              </a:rPr>
              <a:t>Sobre el problema, los datos, las herramientas y 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10908792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1017727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7280"/>
                </a:solidFill>
                <a:latin typeface="Calibri"/>
              </a:rPr>
              <a:t>[completar con el equipo en la retrospectiva]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RETROSPECTIVA · TEMA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¿Qué estamos haciendo bien?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280"/>
                </a:solidFill>
                <a:latin typeface="Calibri"/>
              </a:rPr>
              <a:t>Lo que queremos mantener en el Sprint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10908792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1017727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7280"/>
                </a:solidFill>
                <a:latin typeface="Calibri"/>
              </a:rPr>
              <a:t>[completar con el equipo en la retrospectiva]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RETROSPECTIVA · TEMA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¿Qué podemos hacer mejor?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280"/>
                </a:solidFill>
                <a:latin typeface="Calibri"/>
              </a:rPr>
              <a:t>Acciones concretas para el Sprint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10908792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1017727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7280"/>
                </a:solidFill>
                <a:latin typeface="Calibri"/>
              </a:rPr>
              <a:t>[completar con el equipo en la retrospectiva]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RETROSPECTIVA · TEMA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Personas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280"/>
                </a:solidFill>
                <a:latin typeface="Calibri"/>
              </a:rPr>
              <a:t>Reparto del trabajo, apoyo entre compañeros y disponibilidad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10908792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1017727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7280"/>
                </a:solidFill>
                <a:latin typeface="Calibri"/>
              </a:rPr>
              <a:t>[completar con el equipo en la retrospectiva]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RETROSPECTIVA · TEMA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Relaciones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280"/>
                </a:solidFill>
                <a:latin typeface="Calibri"/>
              </a:rPr>
              <a:t>Comunicación del equipo y con el docente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10908792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1017727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7280"/>
                </a:solidFill>
                <a:latin typeface="Calibri"/>
              </a:rPr>
              <a:t>[completar con el equipo en la retrospectiva]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Retrospectiva del Sprint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