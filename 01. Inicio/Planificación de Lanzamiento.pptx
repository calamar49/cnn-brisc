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  <p:sldMasterId id="2147483759" r:id="rId2"/>
  </p:sldMasterIdLst>
  <p:notesMasterIdLst>
    <p:notesMasterId r:id="rId4"/>
  </p:notesMasterIdLst>
  <p:handoutMasterIdLst>
    <p:handoutMasterId r:id="rId5"/>
  </p:handoutMasterIdLst>
  <p:sldIdLst>
    <p:sldId id="278" r:id="rId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66" y="23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7263291-AF9B-40AC-86FB-A4BC679DE9B1}" type="datetime1">
              <a:rPr lang="es-ES" smtClean="0"/>
              <a:t>24/09/2018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37F807C-0218-4A41-8347-EABE14BBB239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 smtClean="0"/>
              <a:t>Haga clic para modificar los estilos de texto del patrón</a:t>
            </a:r>
          </a:p>
          <a:p>
            <a:pPr lvl="1" rtl="0"/>
            <a:r>
              <a:rPr lang="es-ES" noProof="0" dirty="0" smtClean="0"/>
              <a:t>Segundo nivel</a:t>
            </a:r>
          </a:p>
          <a:p>
            <a:pPr lvl="2" rtl="0"/>
            <a:r>
              <a:rPr lang="es-ES" noProof="0" dirty="0" smtClean="0"/>
              <a:t>Tercer nivel</a:t>
            </a:r>
          </a:p>
          <a:p>
            <a:pPr lvl="3" rtl="0"/>
            <a:r>
              <a:rPr lang="es-ES" noProof="0" dirty="0" smtClean="0"/>
              <a:t>Cuarto nivel</a:t>
            </a:r>
          </a:p>
          <a:p>
            <a:pPr lvl="4" rtl="0"/>
            <a:r>
              <a:rPr lang="es-ES" noProof="0" dirty="0" smtClean="0"/>
              <a:t>Quinto nivel</a:t>
            </a:r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7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7566710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63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4137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5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8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5" name="Grupo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Conector recto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upo 21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Conector recto 3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Grupo 4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Conector recto 5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ector recto 5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ector recto 4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Conector recto 2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upo 2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Conector recto 3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3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Conector recto 2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1935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45540310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8022673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01508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44372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55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3727796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sp>
        <p:nvSpPr>
          <p:cNvPr id="8" name="Título 1"/>
          <p:cNvSpPr txBox="1">
            <a:spLocks/>
          </p:cNvSpPr>
          <p:nvPr userDrawn="1"/>
        </p:nvSpPr>
        <p:spPr>
          <a:xfrm>
            <a:off x="500418" y="6209302"/>
            <a:ext cx="4653886" cy="3420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600" dirty="0" smtClean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SCRUM Práctico en Proyectos de Desarrollo de Software</a:t>
            </a:r>
            <a:endParaRPr lang="es-ES" sz="1600" dirty="0">
              <a:solidFill>
                <a:schemeClr val="accent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ítulo 1"/>
          <p:cNvSpPr txBox="1">
            <a:spLocks/>
          </p:cNvSpPr>
          <p:nvPr userDrawn="1"/>
        </p:nvSpPr>
        <p:spPr>
          <a:xfrm>
            <a:off x="9598925" y="6227005"/>
            <a:ext cx="2156346" cy="306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600" dirty="0" err="1" smtClean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Udemy</a:t>
            </a:r>
            <a:r>
              <a:rPr lang="es-ES" sz="1600" dirty="0" smtClean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Héctor Bravo</a:t>
            </a:r>
            <a:endParaRPr lang="es-ES" sz="1600" dirty="0">
              <a:solidFill>
                <a:schemeClr val="accent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90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0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2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  <p:grpSp>
        <p:nvGrpSpPr>
          <p:cNvPr id="5" name="Grupo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Conector recto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upo 21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Conector recto 3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Grupo 4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Conector recto 5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ector recto 5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ector recto 4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Conector recto 2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upo 2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Conector recto 3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3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Conector recto 2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8491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8292986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3916055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1811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A2E9-F8B7-4F9B-8722-72902CC82746}" type="datetimeFigureOut">
              <a:rPr lang="es-PA" smtClean="0"/>
              <a:t>09/24/2018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06BD-65C1-49A0-BE21-FC22C0941390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48893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21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3653A19-589A-4045-A0A7-A0896C41DFBA}" type="datetime1">
              <a:rPr lang="es-ES" noProof="0" smtClean="0"/>
              <a:t>24/09/2018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 smtClean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grpSp>
        <p:nvGrpSpPr>
          <p:cNvPr id="7" name="Grupo 6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8" name="Conector rec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c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c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c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c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c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c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c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c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c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Conector recto 5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04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tags" Target="../tags/tag47.xml"/><Relationship Id="rId48" Type="http://schemas.openxmlformats.org/officeDocument/2006/relationships/tags" Target="../tags/tag48.xml"/><Relationship Id="rId49" Type="http://schemas.openxmlformats.org/officeDocument/2006/relationships/tags" Target="../tags/tag49.xml"/><Relationship Id="rId50" Type="http://schemas.openxmlformats.org/officeDocument/2006/relationships/tags" Target="../tags/tag50.xml"/><Relationship Id="rId51" Type="http://schemas.openxmlformats.org/officeDocument/2006/relationships/tags" Target="../tags/tag51.xml"/><Relationship Id="rId52" Type="http://schemas.openxmlformats.org/officeDocument/2006/relationships/tags" Target="../tags/tag52.xml"/><Relationship Id="rId53" Type="http://schemas.openxmlformats.org/officeDocument/2006/relationships/tags" Target="../tags/tag53.xml"/><Relationship Id="rId54" Type="http://schemas.openxmlformats.org/officeDocument/2006/relationships/tags" Target="../tags/tag54.xml"/><Relationship Id="rId55" Type="http://schemas.openxmlformats.org/officeDocument/2006/relationships/tags" Target="../tags/tag55.xml"/><Relationship Id="rId56" Type="http://schemas.openxmlformats.org/officeDocument/2006/relationships/tags" Target="../tags/tag56.xml"/><Relationship Id="rId57" Type="http://schemas.openxmlformats.org/officeDocument/2006/relationships/tags" Target="../tags/tag57.xml"/><Relationship Id="rId58" Type="http://schemas.openxmlformats.org/officeDocument/2006/relationships/tags" Target="../tags/tag58.xml"/><Relationship Id="rId59" Type="http://schemas.openxmlformats.org/officeDocument/2006/relationships/tags" Target="../tags/tag59.xml"/><Relationship Id="rId60" Type="http://schemas.openxmlformats.org/officeDocument/2006/relationships/tags" Target="../tags/tag60.xml"/><Relationship Id="rId61" Type="http://schemas.openxmlformats.org/officeDocument/2006/relationships/tags" Target="../tags/tag61.xml"/><Relationship Id="rId62" Type="http://schemas.openxmlformats.org/officeDocument/2006/relationships/tags" Target="../tags/tag62.xml"/><Relationship Id="rId63" Type="http://schemas.openxmlformats.org/officeDocument/2006/relationships/tags" Target="../tags/tag63.xml"/><Relationship Id="rId64" Type="http://schemas.openxmlformats.org/officeDocument/2006/relationships/tags" Target="../tags/tag64.xml"/><Relationship Id="rId65" Type="http://schemas.openxmlformats.org/officeDocument/2006/relationships/tags" Target="../tags/tag65.xml"/><Relationship Id="rId66" Type="http://schemas.openxmlformats.org/officeDocument/2006/relationships/tags" Target="../tags/tag66.xml"/><Relationship Id="rId67" Type="http://schemas.openxmlformats.org/officeDocument/2006/relationships/tags" Target="../tags/tag67.xml"/><Relationship Id="rId68" Type="http://schemas.openxmlformats.org/officeDocument/2006/relationships/tags" Target="../tags/tag68.xml"/><Relationship Id="rId69" Type="http://schemas.openxmlformats.org/officeDocument/2006/relationships/tags" Target="../tags/tag69.xml"/><Relationship Id="rId70" Type="http://schemas.openxmlformats.org/officeDocument/2006/relationships/tags" Target="../tags/tag70.xml"/><Relationship Id="rId71" Type="http://schemas.openxmlformats.org/officeDocument/2006/relationships/tags" Target="../tags/tag71.xml"/><Relationship Id="rId72" Type="http://schemas.openxmlformats.org/officeDocument/2006/relationships/tags" Target="../tags/tag72.xml"/><Relationship Id="rId73" Type="http://schemas.openxmlformats.org/officeDocument/2006/relationships/tags" Target="../tags/tag73.xml"/><Relationship Id="rId74" Type="http://schemas.openxmlformats.org/officeDocument/2006/relationships/tags" Target="../tags/tag74.xml"/><Relationship Id="rId75" Type="http://schemas.openxmlformats.org/officeDocument/2006/relationships/tags" Target="../tags/tag75.xml"/><Relationship Id="rId76" Type="http://schemas.openxmlformats.org/officeDocument/2006/relationships/tags" Target="../tags/tag76.xml"/><Relationship Id="rId77" Type="http://schemas.openxmlformats.org/officeDocument/2006/relationships/tags" Target="../tags/tag77.xml"/><Relationship Id="rId78" Type="http://schemas.openxmlformats.org/officeDocument/2006/relationships/tags" Target="../tags/tag78.xml"/><Relationship Id="rId79" Type="http://schemas.openxmlformats.org/officeDocument/2006/relationships/tags" Target="../tags/tag79.xml"/><Relationship Id="rId80" Type="http://schemas.openxmlformats.org/officeDocument/2006/relationships/tags" Target="../tags/tag80.xml"/><Relationship Id="rId8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Planificación de Lanzamiento (Línea de Tiempo)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Sistema Inteligente: tumores cerebrales en MRI · Scrum + CRISP-ML(Q) · 1 oct – 2 nov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9362901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Octubre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91701" y="1371600"/>
            <a:ext cx="604058" cy="31089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08760" y="17007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 oct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43003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22963" y="17007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8 oct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57207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37167" y="17007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15 oct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71410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51370" y="17007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22 oct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5614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65574" y="17007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29 oct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95760" y="1682496"/>
            <a:ext cx="0" cy="30723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02290" y="17007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 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488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  <a:latin typeface="Calibri"/>
              </a:rPr>
              <a:t>Sprint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148840"/>
            <a:ext cx="2416232" cy="457200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Negocio, datos y preparación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0752" y="214884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1–8 oct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  <a:latin typeface="Calibri"/>
              </a:rPr>
              <a:t>Sprint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7061" y="2788920"/>
            <a:ext cx="3926378" cy="457200"/>
          </a:xfrm>
          <a:prstGeom prst="roundRect">
            <a:avLst/>
          </a:prstGeom>
          <a:solidFill>
            <a:srgbClr val="5B8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9160" y="278892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10–22 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  <a:latin typeface="Calibri"/>
              </a:rPr>
              <a:t>Sprint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5469" y="3429000"/>
            <a:ext cx="1812174" cy="457200"/>
          </a:xfrm>
          <a:prstGeom prst="round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Evaluación y despliegue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3363" y="342900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24–29 oct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  <a:latin typeface="Calibri"/>
              </a:rPr>
              <a:t>Hitos</a:t>
            </a:r>
          </a:p>
        </p:txBody>
      </p:sp>
      <p:sp>
        <p:nvSpPr>
          <p:cNvPr id="28" name="Diamond 27"/>
          <p:cNvSpPr/>
          <p:nvPr/>
        </p:nvSpPr>
        <p:spPr>
          <a:xfrm>
            <a:off x="5192406" y="414223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2134" y="4361688"/>
            <a:ext cx="0" cy="21031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24894" y="4572000"/>
            <a:ext cx="15544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Sprint 1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12 oct</a:t>
            </a:r>
          </a:p>
        </p:txBody>
      </p:sp>
      <p:sp>
        <p:nvSpPr>
          <p:cNvPr id="31" name="Diamond 30"/>
          <p:cNvSpPr/>
          <p:nvPr/>
        </p:nvSpPr>
        <p:spPr>
          <a:xfrm>
            <a:off x="8514726" y="414223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624454" y="4361688"/>
            <a:ext cx="0" cy="21031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47214" y="4572000"/>
            <a:ext cx="15544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Sprint 2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23 oct</a:t>
            </a:r>
          </a:p>
        </p:txBody>
      </p:sp>
      <p:sp>
        <p:nvSpPr>
          <p:cNvPr id="34" name="Diamond 33"/>
          <p:cNvSpPr/>
          <p:nvPr/>
        </p:nvSpPr>
        <p:spPr>
          <a:xfrm>
            <a:off x="10628930" y="414223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738658" y="4361688"/>
            <a:ext cx="0" cy="21031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94490" y="4572000"/>
            <a:ext cx="15544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Release 1.0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final · 30 oct</a:t>
            </a:r>
          </a:p>
        </p:txBody>
      </p:sp>
      <p:sp>
        <p:nvSpPr>
          <p:cNvPr id="37" name="Diamond 36"/>
          <p:cNvSpPr/>
          <p:nvPr/>
        </p:nvSpPr>
        <p:spPr>
          <a:xfrm>
            <a:off x="10930959" y="4142232"/>
            <a:ext cx="219456" cy="219456"/>
          </a:xfrm>
          <a:prstGeom prst="diamond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1040687" y="4361688"/>
            <a:ext cx="0" cy="896112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309167" y="5257800"/>
            <a:ext cx="14630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Margen de seguridad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31 oct</a:t>
            </a:r>
          </a:p>
        </p:txBody>
      </p:sp>
      <p:sp>
        <p:nvSpPr>
          <p:cNvPr id="40" name="Diamond 39"/>
          <p:cNvSpPr/>
          <p:nvPr/>
        </p:nvSpPr>
        <p:spPr>
          <a:xfrm>
            <a:off x="11535017" y="4142232"/>
            <a:ext cx="219456" cy="219456"/>
          </a:xfrm>
          <a:prstGeom prst="diamond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1644745" y="4361688"/>
            <a:ext cx="0" cy="1490472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32719" y="5852160"/>
            <a:ext cx="1645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Fecha límite del docente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2 nov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10250" y="1682496"/>
            <a:ext cx="0" cy="3072384"/>
          </a:xfrm>
          <a:prstGeom prst="line">
            <a:avLst/>
          </a:prstGeom>
          <a:ln w="1905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144490" y="1901952"/>
            <a:ext cx="731520" cy="20116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Hoy 16 oct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Presentaciones al docente: 12, 23 y 30 oct · Margen de seguridad: 31 oct · Fecha límite: 2 nov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399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XMtUEEiLCJTdHlsZU5hbWUiOm51bGwsIlZlcnNpb24iOnsiJGlkIjoiMiIsIlZlcnNpb24iOiIzLjEuMyIsIk9yaWdpbmFsQXNzZW1ibHlWZXJzaW9uIjoiMy42Mi4wMC4wMCIsIkVkaXRpb24iOiJCYXNpYyIsIklzUGx1c0VkaXRpb24iOmZhbHNlfSwiRWZmZWN0IjoxLCJTdHlsZSI6eyIkaWQiOiIzIiwiVGltZWJhbmRTdHlsZSI6eyIkaWQiOiI0IiwiU2NhbGVNYXJraW5nIjowLCJTaGFwZSI6MCwiU2hhcGVTdHlsZSI6eyIkaWQiOiI1IiwiTWFyZ2luIjp7IiRpZCI6IjYiLCJUb3AiOjAsIkxlZnQiOjEyLCJSaWdodCI6MTIsIkJvdHRvbSI6MH0sIlBhZGRpbmciOnsiJGlkIjoiNyIsIlRvcCI6NywiTGVmdCI6MCwiUmlnaHQiOjAsIkJvdHRvbSI6N30sIkJhY2tncm91bmQiOnsiJGlkIjoiOCIsIkNvbG9yIjp7IiRpZCI6IjkiLCJBIjoyNTUsIlIiOjY4LCJHIjo4NCwiQiI6MTA2fX0sIklzVmlzaWJsZSI6dHJ1ZSwiV2lkdGgiOjg1OC4wLCJIZWlnaHQiOjM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hbGlicmkiLCJJc0JvbGQiOnRydWUsIklzSXRhbGljIjpmYWxzZSwiSXNVbmRlcmxpbmVkIjpmYWxzZSwiUGFyZW50U3R5bGUiOm51bGx9LCJBdXRvU2l6ZSI6MCwiRm9yZWdyb3VuZCI6eyIkaWQiOiIxNSIsIkNvbG9yIjp7IiRpZCI6IjE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1LCJCb3R0b20iOjB9LCJQYWRkaW5nIjp7IiRpZCI6IjE4IiwiVG9wIjowLCJMZWZ0IjowLCJSaWdodCI6MCwiQm90dG9tIjowfSwiQmFja2dyb3VuZCI6eyIkaWQiOiIxOSIsIkNvbG9yIjp7IiRpZCI6IjIwIiwiQSI6ODksIlIiOjAsIkciOjAsIkIiOjB9fSwiSXNWaXNpYmxlIjp0cnV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UiLCJUb3AiOjAsIkxlZnQiOjI1LCJSaWdodCI6MCwiQm90dG9tIjowfSwiUGFkZGluZyI6eyIkaWQiOiIyNiIsIlRvcCI6MCwiTGVmdCI6MCwiUmlnaHQiOjAsIkJvdHRvbSI6MH0sIkJhY2tncm91bmQiOnsiJGlkIjoiMjciLCJDb2xvciI6eyIkcmVmIjoiMjAifX0sIklzVmlzaWJsZSI6dHJ1ZSwiV2lkdGgiOjAuMCwiSGVpZ2h0IjowLjAsIkJvcmRlclN0eWxlIjpudWxsLCJQYXJlbnRTdHlsZSI6bnVsbH0sIlRvZGF5VGV4dFN0eWxlIjp7IiRpZCI6IjI4IiwiRm9udFNldHRpbmdzIjp7IiRpZCI6IjI5IiwiRm9udFNpemUiOjEyLCJGb250TmFtZSI6IkNhbGlicmkiLCJJc0JvbGQiOmZhbHNlLCJJc0l0YWxpYyI6ZmFsc2UsIklzVW5kZXJsaW5lZCI6ZmFsc2UsIlBhcmVudFN0eWxlIjpudWxsfSwiQXV0b1NpemUiOjAsIkZvcmVncm91bmQiOnsiJGlkIjoiMzAiLCJDb2xvciI6eyIkaWQiOiIz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iIsIlRvcCI6MCwiTGVmdCI6MCwiUmlnaHQiOjAsIkJvdHRvbSI6MH0sIlBhZGRpbmciOnsiJGlkIjoiMzMiLCJUb3AiOjAsIkxlZnQiOjAsIlJpZ2h0IjowLCJCb3R0b20iOjB9LCJCYWNrZ3JvdW5kIjp7IiRpZCI6IjM0IiwiQ29sb3IiOnsiJHJlZiI6IjIwIn19LCJJc1Zpc2libGUiOnRydWUsIldpZHRoIjowLjAsIkhlaWdodCI6MC4wLCJCb3JkZXJTdHlsZSI6bnVsbCwiUGFyZW50U3R5bGUiOm51bGx9LCJUb2RheU1hcmtlclN0eWxlIjp7IiRpZCI6IjM1IiwiTWFyZ2luIjp7IiRpZCI6IjM2IiwiVG9wIjowLCJMZWZ0IjowLCJSaWdodCI6MCwiQm90dG9tIjowfSwiUGFkZGluZyI6eyIkaWQiOiIzNyIsIlRvcCI6MCwiTGVmdCI6MCwiUmlnaHQiOjAsIkJvdHRvbSI6MH0sIkJhY2tncm91bmQiOnsiJGlkIjoiMzgiLCJDb2xvciI6eyIkaWQiOiIzOSIsIkEiOjI1NSwiUiI6MjU1LCJHIjowLCJCIjowfX0sIklzVmlzaWJsZSI6dHJ1ZSwiV2lkdGgiOjAuMCwiSGVpZ2h0IjowLjAsIkJvcmRlclN0eWxlIjpudWxsLCJQYXJlbnRTdHlsZSI6bnVsbH0sIlNjYWxlU3R5bGUiOnsiJGlkIjoiNDAiLCJTaG93U2VnbWVudFNlcGFyYXRvcnMiOnRydWUsIlNlZ21lbnRTZXBhcmF0b3JPcGFjaXR5IjozMCwiRm9udFNldHRpbmdzIjp7IiRpZCI6IjQxIiwiRm9udFNpemUiOjEyLCJGb250TmFtZSI6IkNhbGlicmkiLCJJc0JvbGQiOmZhbHNlLCJJc0l0YWxpYyI6ZmFsc2UsIklzVW5kZXJsaW5lZCI6ZmFsc2UsIlBhcmVudFN0eWxlIjpudWxsfSwiQXV0b1NpemUiOjAsIkZvcmVncm91bmQiOnsiJGlkIjoiNDIiLCJDb2xvciI6eyIkaWQiOiI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CIsIlRvcCI6MCwiTGVmdCI6NSwiUmlnaHQiOjAsIkJvdHRvbSI6MH0sIlBhZGRpbmciOnsiJGlkIjoiNDUiLCJUb3AiOjAsIkxlZnQiOjAsIlJpZ2h0IjowLCJCb3R0b20iOjB9LCJCYWNrZ3JvdW5kIjp7IiRpZCI6IjQ2IiwiQ29sb3IiOnsiJHJlZiI6IjIwIn19LCJJc1Zpc2libGUiOnRydWUsIldpZHRoIjowLjAsIkhlaWdodCI6MC4wLCJCb3JkZXJTdHlsZSI6bnVsbCwiUGFyZW50U3R5bGUiOm51bGx9LCJFbGFwc2VkVGltZUJhY2tncm91bmQiOnsiJGlkIjoiNDciLCJDb2xvciI6eyIkaWQiOiI0OCIsIkEiOjE5MSwiUiI6MjU1LCJHIjowLCJCIjowfX0sIkFwcGVuZFllYXJPblllYXJDaGFuZ2UiOnRydWUsIkVsYXBzZWRUaW1lRm9ybWF0IjoyLCJUb2RheU1hcmtlclBvc2l0aW9uIjozLCJRdWlja1Bvc2l0aW9uIjoxLCJBYnNvbHV0ZVBvc2l0aW9uIjoyNDAuMCwiTWFyZ2luIjp7IiRpZCI6IjQ5IiwiVG9wIjowLCJMZWZ0IjoxMCwiUmlnaHQiOjEwLCJCb3R0b20iOjB9LCJQYWRkaW5nIjp7IiRpZCI6IjUwIiwiVG9wIjowLCJMZWZ0IjowLCJSaWdodCI6MCwiQm90dG9tIjowfSwiQmFja2dyb3VuZCI6eyIkaWQiOiI1MSIsIkNvbG9yIjp7IiRpZCI6IjUyIiwiQSI6MjU1LCJSIjozMSwiRyI6NzMsIkIiOjEyNX19LCJJc1Zpc2libGUiOnRydWUsIldpZHRoIjowLjAsIkhlaWdodCI6MC4wLCJCb3JkZXJTdHlsZSI6bnVsbCwiUGFyZW50U3R5bGUiOm51bGx9LCJEZWZhdWx0TWlsZXN0b25lU3R5bGUiOnsiJGlkIjoiNTMiLCJTaGFwZSI6MiwiQ29ubmVjdG9yTWFyZ2luIjp7IiRpZCI6IjU0IiwiVG9wIjowLCJMZWZ0IjoyLCJSaWdodCI6MiwiQm90dG9tIjowfSwiQ29ubmVjdG9yU3R5bGUiOnsiJGlkIjoiNTUiLCJMaW5lQ29sb3IiOnsiJGlkIjoiNTYiLCIkdHlwZSI6Ik5MUkUuQ29tbW9uLkRvbS5Tb2xpZENvbG9yQnJ1c2gsIE5MUkUuQ29tbW9uIiwiQ29sb3IiOnsiJGlkIjoiNTciLCJBIjoxMjcsIlIiOjMxLCJHIjo3MywiQiI6MTI2fX0sIkxpbmVXZWlnaHQiOjEuMCwiTGluZVR5cGUiOjAsIlBhcmVudFN0eWxlIjpudWxsfSwiSXNCZWxvd1RpbWViYW5kIjpmYWxzZSwiSGlkZURhdGUiOmZhbHNlLCJTaGFwZVNpemUiOjEsIlNwYWNpbmciOjE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eyIkaWQiOiI2MiIsIkNvbG9yIjp7IiRpZCI6IjYzIiwiQSI6MjU1LCJSIjowLCJHIjoxMTQsIkIiOjE4OH19LCJJc1Zpc2libGUiOnRydWUsIldpZHRoIjoxOC4wLCJIZWlnaHQiOjIwLjAsIkJvcmRlclN0eWxlIjp7IiRpZCI6IjY0IiwiTGluZUNvbG9yIjp7IiRpZCI6IjY1IiwiJHR5cGUiOiJOTFJFLkNvbW1vbi5Eb20uU29saWRDb2xvckJydXNoLCBOTFJFLkNvbW1vbiIsIkNvbG9yIjp7IiRpZCI6IjY2IiwiQSI6MjU1LCJSIjoyNTUsIkciOjAsIkIiOjB9fSwiTGluZVdlaWdodCI6MC4wLCJMaW5lVHlwZSI6MCwiUGFyZW50U3R5bGUiOm51bGx9LCJQYXJlbnRTdHlsZSI6bnVsbH0sIlRpdGxlU3R5bGUiOnsiJGlkIjoiNjciLCJGb250U2V0dGluZ3MiOnsiJGlkIjoiNjgiLCJGb250U2l6ZSI6MTEsIkZvbnROYW1lIjoiQ2FsaWJyaSIsIklzQm9sZCI6dHJ1ZSwiSXNJdGFsaWMiOmZhbHNlLCJJc1VuZGVybGluZWQiOmZhbHNlLCJQYXJlbnRTdHlsZSI6bnVsbH0sIkF1dG9TaXplIjowLCJGb3JlZ3JvdW5kIjp7IiRpZCI6IjY5IiwiQ29sb3IiOnsiJGlkIjoiNz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EiLCJUb3AiOjAsIkxlZnQiOjAsIlJpZ2h0IjowLCJCb3R0b20iOjB9LCJQYWRkaW5nIjp7IiRpZCI6IjcyIiwiVG9wIjowLCJMZWZ0IjowLCJSaWdodCI6MCwiQm90dG9tIjowfSwiQmFja2dyb3VuZCI6eyIkaWQiOiI3MyIsIkNvbG9yIjp7IiRyZWYiOiIyMCJ9fSwiSXNWaXNpYmxlIjp0cnVlLCJXaWR0aCI6MC4wLCJIZWlnaHQiOjAuMCwiQm9yZGVyU3R5bGUiOm51bGwsIlBhcmVudFN0eWxlIjpudWxsfSwiRGF0ZVN0eWxlIjp7IiRpZCI6Ijc0IiwiRm9udFNldHRpbmdzIjp7IiRpZCI6Ijc1IiwiRm9udFNpemUiOjEwLCJGb250TmFtZSI6IkNhbGlicmkiLCJJc0JvbGQiOmZhbHNlLCJJc0l0YWxpYyI6ZmFsc2UsIklzVW5kZXJsaW5lZCI6ZmFsc2UsIlBhcmVudFN0eWxlIjpudWxsfSwiQXV0b1NpemUiOjAsIkZvcmVncm91bmQiOnsiJGlkIjoiNzYiLCJDb2xvciI6eyIkaWQiOiI3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giLCJUb3AiOjAsIkxlZnQiOjAsIlJpZ2h0IjowLCJCb3R0b20iOjB9LCJQYWRkaW5nIjp7IiRpZCI6Ijc5IiwiVG9wIjowLCJMZWZ0IjowLCJSaWdodCI6MCwiQm90dG9tIjowfSwiQmFja2dyb3VuZCI6eyIkaWQiOiI4MCIsIkNvbG9yIjp7IiRyZWYiOiIyMCJ9fSwiSXNWaXNpYmxlIjp0cnVlLCJXaWR0aCI6MC4wLCJIZWlnaHQiOjAuMCwiQm9yZGVyU3R5bGUiOm51bGwsIlBhcmVudFN0eWxlIjpudWxsfSwiRGF0ZUZvcm1hdCI6eyIkaWQiOiI4MSIsIkZvcm1hdFN0cmluZyI6Ik0vZC95eXl5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IiLCJTaGFwZSI6MCwiU2hhcGVUaGlja25lc3MiOjEsIkR1cmF0aW9uRm9ybWF0IjowLCJJbmNsdWRlTm9uV29ya2luZ0RheXNJbkR1cmF0aW9uIjpmYWxzZSwiUGVyY2VudGFnZUNvbXBsZXRlU3R5bGUiOnsiJGlkIjoiODMiLCJGb250U2V0dGluZ3MiOnsiJGlkIjoiODQiLCJGb250U2l6ZSI6MTAsIkZvbnROYW1lIjoiQ2FsaWJyaSIsIklzQm9sZCI6ZmFsc2UsIklzSXRhbGljIjpmYWxzZSwiSXNVbmRlcmxpbmVkIjpmYWxzZSwiUGFyZW50U3R5bGUiOm51bGx9LCJBdXRvU2l6ZSI6MCwiRm9yZWdyb3VuZCI6eyIkaWQiOiI4NSIsIkNvbG9yIjp7IiRpZCI6Ijg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ciLCJUb3AiOjAsIkxlZnQiOjAsIlJpZ2h0IjowLCJCb3R0b20iOjB9LCJQYWRkaW5nIjp7IiRpZCI6Ijg4IiwiVG9wIjowLCJMZWZ0IjowLCJSaWdodCI6MCwiQm90dG9tIjowfSwiQmFja2dyb3VuZCI6eyIkaWQiOiI4OSIsIkNvbG9yIjp7IiRyZWYiOiIyMCJ9fSwiSXNWaXNpYmxlIjp0cnVlLCJXaWR0aCI6MC4wLCJIZWlnaHQiOjAuMCwiQm9yZGVyU3R5bGUiOm51bGwsIlBhcmVudFN0eWxlIjpudWxsfSwiRHVyYXRpb25TdHlsZSI6eyIkaWQiOiI5MCIsIkZvbnRTZXR0aW5ncyI6eyIkaWQiOiI5MSIsIkZvbnRTaXplIjoxMCwiRm9udE5hbWUiOiJDYWxpYnJpIiwiSXNCb2xkIjpmYWxzZSwiSXNJdGFsaWMiOmZhbHNlLCJJc1VuZGVybGluZWQiOmZhbHNlLCJQYXJlbnRTdHlsZSI6bnVsbH0sIkF1dG9TaXplIjowLCJGb3JlZ3JvdW5kIjp7IiRpZCI6IjkyIiwiQ29sb3IiOnsiJGlkIjoiOT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CIsIlRvcCI6MCwiTGVmdCI6MCwiUmlnaHQiOjAsIkJvdHRvbSI6MH0sIlBhZGRpbmciOnsiJGlkIjoiOTUiLCJUb3AiOjAsIkxlZnQiOjAsIlJpZ2h0IjowLCJCb3R0b20iOjB9LCJCYWNrZ3JvdW5kIjp7IiRpZCI6Ijk2IiwiQ29sb3IiOnsiJHJlZiI6IjIwIn19LCJJc1Zpc2libGUiOnRydWUsIldpZHRoIjowLjAsIkhlaWdodCI6MC4wLCJCb3JkZXJTdHlsZSI6bnVsbCwiUGFyZW50U3R5bGUiOm51bGx9LCJIb3Jpem9udGFsQ29ubmVjdG9yU3R5bGUiOnsiJGlkIjoiOTciLCJMaW5lQ29sb3IiOnsiJGlkIjoiOTgiLCIkdHlwZSI6Ik5MUkUuQ29tbW9uLkRvbS5Tb2xpZENvbG9yQnJ1c2gsIE5MUkUuQ29tbW9uIiwiQ29sb3IiOnsiJGlkIjoiOTkiLCJBIjoyNTUsIlIiOjIwNCwiRyI6MjA0LCJCIjoyMDR9fSwiTGluZVdlaWdodCI6MS4wLCJMaW5lVHlwZSI6MCwiUGFyZW50U3R5bGUiOm51bGx9LCJWZXJ0aWNhbENvbm5lY3RvclN0eWxlIjp7IiRpZCI6IjEwMCIsIkxpbmVDb2xvciI6eyIkaWQiOiIxMDEiLCIkdHlwZSI6Ik5MUkUuQ29tbW9uLkRvbS5Tb2xpZENvbG9yQnJ1c2gsIE5MUkUuQ29tbW9uIiwiQ29sb3IiOnsiJGlkIjoiMTAyIiwiQSI6MjU1LCJSIjoyMDQsIkciOjIwNCwiQiI6MjA0fX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xMDMiLCJNYXJnaW4iOnsiJGlkIjoiMTA0IiwiVG9wIjowLCJMZWZ0Ijo0LCJSaWdodCI6NCwiQm90dG9tIjowfSwiUGFkZGluZyI6eyIkaWQiOiIxMDUiLCJUb3AiOjAsIkxlZnQiOjAsIlJpZ2h0IjowLCJCb3R0b20iOjB9LCJCYWNrZ3JvdW5kIjp7IiRpZCI6IjEwNiIsIkNvbG9yIjp7IiRpZCI6IjEwNyIsIkEiOjI1NSwiUiI6MCwiRyI6MTE0LCJCIjoxODh9fSwiSXNWaXNpYmxlIjp0cnVlLCJXaWR0aCI6MC4wLCJIZWlnaHQiOjE2LjAsIkJvcmRlclN0eWxlIjp7IiRpZCI6IjEwOCIsIkxpbmVDb2xvciI6eyIkaWQiOiIxMDkiLCIkdHlwZSI6Ik5MUkUuQ29tbW9uLkRvbS5Tb2xpZENvbG9yQnJ1c2gsIE5MUkUuQ29tbW9uIiwiQ29sb3IiOnsiJGlkIjoiMTEwIiwiQSI6MjU1LCJSIjoyNTUsIkciOjAsIkIiOjB9fSwiTGluZVdlaWdodCI6MC4wLCJMaW5lVHlwZSI6MCwiUGFyZW50U3R5bGUiOm51bGx9LCJQYXJlbnRTdHlsZSI6bnVsbH0sIlRpdGxlU3R5bGUiOnsiJGlkIjoiMTExIiwiRm9udFNldHRpbmdzIjp7IiRpZCI6IjExMiIsIkZvbnRTaXplIjoxMSwiRm9udE5hbWUiOiJDYWxpYnJpIiwiSXNCb2xkIjp0cnVlLCJJc0l0YWxpYyI6ZmFsc2UsIklzVW5kZXJsaW5lZCI6ZmFsc2UsIlBhcmVudFN0eWxlIjpudWxsfSwiQXV0b1NpemUiOjAsIkZvcmVncm91bmQiOnsiJGlkIjoiMTEzIiwiQ29sb3IiOnsiJGlkIjoiMTE0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ExNSIsIlRvcCI6MCwiTGVmdCI6MCwiUmlnaHQiOjAsIkJvdHRvbSI6MH0sIlBhZGRpbmciOnsiJGlkIjoiMTE2IiwiVG9wIjowLCJMZWZ0IjowLCJSaWdodCI6MCwiQm90dG9tIjowfSwiQmFja2dyb3VuZCI6eyIkaWQiOiIxMTciLCJDb2xvciI6eyIkcmVmIjoiMjAifX0sIklzVmlzaWJsZSI6dHJ1ZSwiV2lkdGgiOjAuMCwiSGVpZ2h0IjowLjAsIkJvcmRlclN0eWxlIjpudWxsLCJQYXJlbnRTdHlsZSI6bnVsbH0sIkRhdGVTdHlsZSI6eyIkaWQiOiIxMTgiLCJGb250U2V0dGluZ3MiOnsiJGlkIjoiMTE5IiwiRm9udFNpemUiOjEwLCJGb250TmFtZSI6IkNhbGlicmkiLCJJc0JvbGQiOmZhbHNlLCJJc0l0YWxpYyI6ZmFsc2UsIklzVW5kZXJsaW5lZCI6ZmFsc2UsIlBhcmVudFN0eWxlIjpudWxsfSwiQXV0b1NpemUiOjAsIkZvcmVncm91bmQiOnsiJGlkIjoiMTIwIiwiQ29sb3IiOnsiJGlkIjoiMTI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IiLCJUb3AiOjAsIkxlZnQiOjAsIlJpZ2h0IjowLCJCb3R0b20iOjB9LCJQYWRkaW5nIjp7IiRpZCI6IjEyMyIsIlRvcCI6MCwiTGVmdCI6MCwiUmlnaHQiOjAsIkJvdHRvbSI6MH0sIkJhY2tncm91bmQiOnsiJGlkIjoiMTI0IiwiQ29sb3IiOnsiJHJlZiI6IjIwIn19LCJJc1Zpc2libGUiOnRydWUsIldpZHRoIjowLjAsIkhlaWdodCI6MC4wLCJCb3JkZXJTdHlsZSI6bnVsbCwiUGFyZW50U3R5bGUiOm51bGx9LCJEYXRlRm9ybWF0Ijp7IiRpZCI6IjEyNSIsIkZvcm1hdFN0cmluZyI6Ik0vZC95eXl5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CwiX2V4cGxpY2l0bHlTZXQiOnsiJGlkIjoiMTI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klzVmlzaWJsZSI6ZmFsc2V9fSwiU2hvd0VsYXBzZWRUaW1lR3JhZGllbnRTdHlsZSI6ZmFsc2V9LCJTY2FsZSI6eyIkaWQiOiIxMjciLCJTdGFydERhdGUiOiIwMDAxLTAxLTAxVDAwOjAwOjAwIiwiRW5kRGF0ZSI6IjIwMTgtMDYtMjlUMjM6NTk6MDAiLCJGb3JtYXQiOiJNTU0iLCJUeXBlIjoyLCJBdXRvRGF0ZVJhbmdlIjp0cnVlLCJXb3JraW5nRGF5cyI6MTI3LCJUb2RheU1hcmtlclRleHQiOiJIb3kiLCJBdXRvU2NhbGVUeXBlIjp0cnVlfSwiTWlsZXN0b25lcyI6W3siJGlkIjoiMTI4IiwiRGF0ZSI6IjIwMTgtMDMtMzBUMDA6MDA6MDAiLCJTdHlsZSI6eyIkaWQiOiIxMjkiLCJTaGFwZSI6MiwiQ29ubmVjdG9yTWFyZ2luIjp7IiRyZWYiOiI1NCJ9LCJDb25uZWN0b3JTdHlsZSI6eyIkaWQiOiIxMzAiLCJMaW5lQ29sb3IiOnsiJGlkIjoiMTMxIiwiJHR5cGUiOiJOTFJFLkNvbW1vbi5Eb20uU29saWRDb2xvckJydXNoLCBOTFJFLkNvbW1vbiIsIkNvbG9yIjp7IiRpZCI6IjEzMiIsIkEiOjEyNywiUiI6MzEsIkciOjczLCJCIjoxMjZ9fSwiTGluZVdlaWdodCI6MS4wLCJMaW5lVHlwZSI6MCwiUGFyZW50U3R5bGUiOm51bGx9LCJJc0JlbG93VGltZWJhbmQiOmZhbHNlLCJIaWRlRGF0ZSI6ZmFsc2UsIlNoYXBlU2l6ZSI6MSwiU3BhY2luZyI6MS4wLCJQYWRkaW5nIjp7IiRyZWYiOiI1OCJ9LCJTaGFwZVN0eWxlIjp7IiRpZCI6IjEzMyIsIk1hcmdpbiI6eyIkcmVmIjoiNjAifSwiUGFkZGluZyI6eyIkcmVmIjoiNjEifSwiQmFja2dyb3VuZCI6eyIkaWQiOiIxMzQiLCJDb2xvciI6eyIkaWQiOiIxMzUiLCJBIjoyNTUsIlIiOjIzNCwiRyI6MjIsIkIiOjMwfX0sIklzVmlzaWJsZSI6dHJ1ZSwiV2lkdGgiOjE4LjAsIkhlaWdodCI6MjAuMCwiQm9yZGVyU3R5bGUiOnsiJGlkIjoiMTM2IiwiTGluZUNvbG9yIjp7IiRyZWYiOiI2NSJ9LCJMaW5lV2VpZ2h0IjowLjAsIkxpbmVUeXBlIjowLCJQYXJlbnRTdHlsZSI6bnVsbH0sIlBhcmVudFN0eWxlIjpudWxsfSwiVGl0bGVTdHlsZSI6eyIkaWQiOiIxMzciLCJGb250U2V0dGluZ3MiOnsiJGlkIjoiMTM4IiwiRm9udFNpemUiOjExLCJGb250TmFtZSI6IkNhbGlicmkiLCJJc0JvbGQiOnRydWUsIklzSXRhbGljIjpmYWxzZSwiSXNVbmRlcmxpbmVkIjpmYWxzZSwiUGFyZW50U3R5bGUiOm51bGx9LCJBdXRvU2l6ZSI6MCwiRm9yZWdyb3VuZCI6eyIkaWQiOiIxMzkiLCJDb2xvciI6eyIkcmVmIjoiNzAifX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xNDAiLCJMaW5lQ29sb3IiOm51bGwsIkxpbmVXZWlnaHQiOjAuMCwiTGluZVR5cGUiOjAsIlBhcmVudFN0eWxlIjpudWxsfSwiUGFyZW50U3R5bGUiOm51bGx9LCJEYXRlU3R5bGUiOnsiJGlkIjoiMTQxIiwiRm9udFNldHRpbmdzIjp7IiRpZCI6IjE0MiIsIkZvbnRTaXplIjoxMCwiRm9udE5hbWUiOiJDYWxpYnJpIiwiSXNCb2xkIjpmYWxzZSwiSXNJdGFsaWMiOmZhbHNlLCJJc1VuZGVybGluZWQiOmZhbHNlLCJQYXJlbnRTdHlsZSI6bnVsbH0sIkF1dG9TaXplIjowLCJGb3JlZ3JvdW5kIjp7IiRpZCI6IjE0MyIsIkNvbG9yIjp7IiRyZWYiOiI3NyJ9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gwIn0sIklzVmlzaWJsZSI6dHJ1ZSwiV2lkdGgiOjAuMCwiSGVpZ2h0IjowLjAsIkJvcmRlclN0eWxlIjp7IiRpZCI6IjE0NCIsIkxpbmVDb2xvciI6bnVsbCwiTGluZVdlaWdodCI6MC4wLCJMaW5lVHlwZSI6MCwiUGFyZW50U3R5bGUiOm51bGx9LCJQYXJlbnRTdHlsZSI6bnVsbH0sIkRhdGVGb3JtYXQiOnsiJHJlZiI6IjgxIn0sIklzVmlzaWJsZSI6dHJ1ZSwiUGFyZW50U3R5bGUiOm51bGx9LCJJbmRleCI6NCwiUGVyY2VudGFnZUNvbXBsZXRlIjpudWxsLCJQb3NpdGlvbiI6eyJSYXRpbyI6MC4wLCJJc0N1c3RvbSI6ZmFsc2V9LCJEYXRlRm9ybWF0Ijp7IiRyZWYiOiI4MSJ9LCJJZCI6ImJmZmJiZGU1LTZjOWItNDIwNS04YzQ4LWIxOTQzODljNGRhMCIsIkltcG9ydElkIjpudWxsLCJUaXRsZSI6IlJlbGVhc2UgMS4wIiwiTm90ZSI6bnVsbCwiSHlwZXJsaW5rIjpudWxsLCJJc0NoYW5nZWQiOmZhbHNlLCJJc05ldyI6ZmFsc2V9LHsiJGlkIjoiMTQ1IiwiRGF0ZSI6IjIwMTgtMDYtMjlUMDA6MDA6MDBaIiwiU3R5bGUiOnsiJGlkIjoiMTQ2IiwiU2hhcGUiOjIsIkNvbm5lY3Rvck1hcmdpbiI6eyIkcmVmIjoiNTQifSwiQ29ubmVjdG9yU3R5bGUiOnsiJGlkIjoiMTQ3IiwiTGluZUNvbG9yIjp7IiRpZCI6IjE0OCIsIiR0eXBlIjoiTkxSRS5Db21tb24uRG9tLlNvbGlkQ29sb3JCcnVzaCwgTkxSRS5Db21tb24iLCJDb2xvciI6eyIkaWQiOiIxNDkiLCJBIjoxMjcsIlIiOjMxLCJHIjo3MywiQiI6MTI2fX0sIkxpbmVXZWlnaHQiOjEuMCwiTGluZVR5cGUiOjAsIlBhcmVudFN0eWxlIjpudWxsfSwiSXNCZWxvd1RpbWViYW5kIjpmYWxzZSwiSGlkZURhdGUiOmZhbHNlLCJTaGFwZVNpemUiOjEsIlNwYWNpbmciOjEuMCwiUGFkZGluZyI6eyIkcmVmIjoiNTgifSwiU2hhcGVTdHlsZSI6eyIkaWQiOiIxNTAiLCJNYXJnaW4iOnsiJHJlZiI6IjYwIn0sIlBhZGRpbmciOnsiJHJlZiI6IjYxIn0sIkJhY2tncm91bmQiOnsiJGlkIjoiMTUxIiwiQ29sb3IiOnsiJGlkIjoiMTUyIiwiQSI6MjU1LCJSIjoyMzQsIkciOjIyLCJCIjozMH19LCJJc1Zpc2libGUiOnRydWUsIldpZHRoIjoxOC4wLCJIZWlnaHQiOjIwLjAsIkJvcmRlclN0eWxlIjp7IiRpZCI6IjE1MyIsIkxpbmVDb2xvciI6eyIkcmVmIjoiNjUifSwiTGluZVdlaWdodCI6MC4wLCJMaW5lVHlwZSI6MCwiUGFyZW50U3R5bGUiOm51bGx9LCJQYXJlbnRTdHlsZSI6bnVsbH0sIlRpdGxlU3R5bGUiOnsiJGlkIjoiMTU0IiwiRm9udFNldHRpbmdzIjp7IiRpZCI6IjE1NSIsIkZvbnRTaXplIjoxMSwiRm9udE5hbWUiOiJDYWxpYnJpIiwiSXNCb2xkIjp0cnVlLCJJc0l0YWxpYyI6ZmFsc2UsIklzVW5kZXJsaW5lZCI6ZmFsc2UsIlBhcmVudFN0eWxlIjpudWxsfSwiQXV0b1NpemUiOjAsIkZvcmVncm91bmQiOnsiJGlkIjoiMTU2IiwiQ29sb3IiOnsiJHJlZiI6IjcwIn19LCJNYXhXaWR0aCI6MjAwLjAsIk1heEhlaWdodCI6IkluZmluaXR5IiwiU21hcnRGb3JlZ3JvdW5kSXNBY3RpdmUiOmZhbHNlLCJIb3Jpem9udGFsQWxpZ25tZW50IjowLCJWZXJ0aWNhbEFsaWdubWVudCI6MCwiU21hcnRGb3JlZ3JvdW5kIjpudWxsLCJCYWNrZ3JvdW5kRmlsbFR5cGUiOjAsIk1hcmdpbiI6eyIkcmVmIjoiNzEifSwiUGFkZGluZyI6eyIkcmVmIjoiNzIifSwiQmFja2dyb3VuZCI6eyIkcmVmIjoiNzMifSwiSXNWaXNpYmxlIjp0cnVlLCJXaWR0aCI6MC4wLCJIZWlnaHQiOjAuMCwiQm9yZGVyU3R5bGUiOnsiJGlkIjoiMTU3IiwiTGluZUNvbG9yIjpudWxsLCJMaW5lV2VpZ2h0IjowLjAsIkxpbmVUeXBlIjowLCJQYXJlbnRTdHlsZSI6bnVsbH0sIlBhcmVudFN0eWxlIjpudWxsfSwiRGF0ZVN0eWxlIjp7IiRpZCI6IjE1OCIsIkZvbnRTZXR0aW5ncyI6eyIkaWQiOiIxNTkiLCJGb250U2l6ZSI6MTAsIkZvbnROYW1lIjoiQ2FsaWJyaSIsIklzQm9sZCI6ZmFsc2UsIklzSXRhbGljIjpmYWxzZSwiSXNVbmRlcmxpbmVkIjpmYWxzZSwiUGFyZW50U3R5bGUiOm51bGx9LCJBdXRvU2l6ZSI6MCwiRm9yZWdyb3VuZCI6eyIkaWQiOiIxNjAiLCJDb2xvciI6eyIkcmVmIjoiNzcifX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NjEiLCJMaW5lQ29sb3IiOm51bGwsIkxpbmVXZWlnaHQiOjAuMCwiTGluZVR5cGUiOjAsIlBhcmVudFN0eWxlIjpudWxsfSwiUGFyZW50U3R5bGUiOm51bGx9LCJEYXRlRm9ybWF0Ijp7IiRyZWYiOiI4MSJ9LCJJc1Zpc2libGUiOnRydWUsIlBhcmVudFN0eWxlIjpudWxsfSwiSW5kZXgiOjgsIlBlcmNlbnRhZ2VDb21wbGV0ZSI6bnVsbCwiUG9zaXRpb24iOnsiUmF0aW8iOjAuMCwiSXNDdXN0b20iOmZhbHNlfSwiRGF0ZUZvcm1hdCI6eyIkcmVmIjoiODEifSwiSWQiOiI2YzgyOGExMC1iNWM5LTRlYWEtOGY4Yi0yODM1NTNlYmRiNDYiLCJJbXBvcnRJZCI6bnVsbCwiVGl0bGUiOiJSZWxlYXNlIDIuMCIsIk5vdGUiOm51bGwsIkh5cGVybGluayI6bnVsbCwiSXNDaGFuZ2VkIjpmYWxzZSwiSXNOZXciOmZhbHNlfV0sIlRhc2tzIjpbeyIkaWQiOiIxNjIiLCJHcm91cE5hbWUiOm51bGwsIlN0YXJ0RGF0ZSI6IjIwMTgtMDEtMDFUMDA6MDA6MDBaIiwiRW5kRGF0ZSI6IjIwMTgtMDEtMzFUMjM6NTk6MDBaIiwiUGVyY2VudGFnZUNvbXBsZXRlIjpudWxsLCJTdHlsZSI6eyIkaWQiOiIxNjMiLCJTaGFwZSI6MCwiU2hhcGVUaGlja25lc3MiOjEsIkR1cmF0aW9uRm9ybWF0IjowLCJJbmNsdWRlTm9uV29ya2luZ0RheXNJbkR1cmF0aW9uIjpmYWxzZSwiUGVyY2VudGFnZUNvbXBsZXRlU3R5bGUiOnsiJGlkIjoiMTY0IiwiRm9udFNldHRpbmdzIjp7IiRpZCI6IjE2NSIsIkZvbnRTaXplIjoxMCwiRm9udE5hbWUiOiJDYWxpYnJpIiwiSXNCb2xkIjpmYWxzZSwiSXNJdGFsaWMiOmZhbHNlLCJJc1VuZGVybGluZWQiOmZhbHNlLCJQYXJlbnRTdHlsZSI6bnVsbH0sIkF1dG9TaXplIjowLCJGb3JlZ3JvdW5kIjp7IiRpZCI6IjE2NiIsIkNvbG9yIjp7IiRyZWYiOiI4NiJ9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2NyIsIkxpbmVDb2xvciI6bnVsbCwiTGluZVdlaWdodCI6MC4wLCJMaW5lVHlwZSI6MCwiUGFyZW50U3R5bGUiOm51bGx9LCJQYXJlbnRTdHlsZSI6bnVsbH0sIkR1cmF0aW9uU3R5bGUiOnsiJGlkIjoiMTY4IiwiRm9udFNldHRpbmdzIjp7IiRpZCI6IjE2OSIsIkZvbnRTaXplIjoxMCwiRm9udE5hbWUiOiJDYWxpYnJpIiwiSXNCb2xkIjpmYWxzZSwiSXNJdGFsaWMiOmZhbHNlLCJJc1VuZGVybGluZWQiOmZhbHNlLCJQYXJlbnRTdHlsZSI6bnVsbH0sIkF1dG9TaXplIjowLCJGb3JlZ3JvdW5kIjp7IiRpZCI6IjE3MCIsIkNvbG9yIjp7IiRyZWYiOiI5MyJ9fSwiTWF4V2lkdGgiOjIwMC4wLCJNYXhIZWlnaHQiOiJJbmZpbml0eSIsIlNtYXJ0Rm9yZWdyb3VuZElzQWN0aXZlIjpmYWxzZSwiSG9yaXpvbnRhbEFsaWdubWVudCI6MCwiVmVydGljYWxBbGlnbm1lbnQiOjAsIlNtYXJ0Rm9yZWdyb3VuZCI6bnVsbCwiQmFja2dyb3VuZEZpbGxUeXBlIjowLCJNYXJnaW4iOnsiJHJlZiI6Ijk0In0sIlBhZGRpbmciOnsiJHJlZiI6Ijk1In0sIkJhY2tncm91bmQiOnsiJHJlZiI6Ijk2In0sIklzVmlzaWJsZSI6dHJ1ZSwiV2lkdGgiOjAuMCwiSGVpZ2h0IjowLjAsIkJvcmRlclN0eWxlIjp7IiRpZCI6IjE3MSIsIkxpbmVDb2xvciI6bnVsbCwiTGluZVdlaWdodCI6MC4wLCJMaW5lVHlwZSI6MCwiUGFyZW50U3R5bGUiOm51bGx9LCJQYXJlbnRTdHlsZSI6bnVsbH0sIkhvcml6b250YWxDb25uZWN0b3JTdHlsZSI6eyIkaWQiOiIxNzIiLCJMaW5lQ29sb3IiOnsiJHJlZiI6Ijk4In0sIkxpbmVXZWlnaHQiOjEuMCwiTGluZVR5cGUiOjAsIlBhcmVudFN0eWxlIjpudWxsfSwiVmVydGljYWxDb25uZWN0b3JTdHlsZSI6eyIkaWQiOiIxNzMiLCJMaW5lQ29sb3IiOnsiJHJlZiI6IjEwM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nRydWUsIlBlcmNlbnRhZ2VDb21wbGV0ZVNoYXBlT3BhY2l0eSI6MzUsIlNoYXBlU3R5bGUiOnsiJGlkIjoiMTc0IiwiTWFyZ2luIjp7IiRyZWYiOiIxMDQifSwiUGFkZGluZyI6eyIkcmVmIjoiMTA1In0sIkJhY2tncm91bmQiOnsiJGlkIjoiMTc1IiwiQ29sb3IiOnsiJGlkIjoiMTc2IiwiQSI6MjU1LCJSIjo5MSwiRyI6MTU1LCJCIjoyMTN9fSwiSXNWaXNpYmxlIjp0cnVlLCJXaWR0aCI6MC4wLCJIZWlnaHQiOjE2LjAsIkJvcmRlclN0eWxlIjp7IiRpZCI6IjE3NyIsIkxpbmVDb2xvciI6eyIkcmVmIjoiMTA5In0sIkxpbmVXZWlnaHQiOjAuMCwiTGluZVR5cGUiOjAsIlBhcmVudFN0eWxlIjpudWxsfSwiUGFyZW50U3R5bGUiOm51bGx9LCJUaXRsZVN0eWxlIjp7IiRpZCI6IjE3OCIsIkZvbnRTZXR0aW5ncyI6eyIkaWQiOiIxNzkiLCJGb250U2l6ZSI6MTEsIkZvbnROYW1lIjoiQ2FsaWJyaSIsIklzQm9sZCI6dHJ1ZSwiSXNJdGFsaWMiOmZhbHNlLCJJc1VuZGVybGluZWQiOmZhbHNlLCJQYXJlbnRTdHlsZSI6bnVsbH0sIkF1dG9TaXplIjowLCJGb3JlZ3JvdW5kIjp7IiRpZCI6IjE4MCIsIkNvbG9yIjp7IiRyZWYiOiIxMTQifX0sIk1heFdpZHRoIjo5NjAuMCwiTWF4SGVpZ2h0IjoiSW5maW5pdHkiLCJTbWFydEZvcmVncm91bmRJc0FjdGl2ZSI6ZmFsc2UsIkhvcml6b250YWxBbGlnbm1lbnQiOjAsIlZlcnRpY2FsQWxpZ25tZW50IjowLCJTbWFydEZvcmVncm91bmQiOm51bGwsIkJhY2tncm91bmRGaWxsVHlwZSI6MCwiTWFyZ2luIjp7IiRyZWYiOiIxMTUifSwiUGFkZGluZyI6eyIkcmVmIjoiMTE2In0sIkJhY2tncm91bmQiOnsiJHJlZiI6IjExNyJ9LCJJc1Zpc2libGUiOnRydWUsIldpZHRoIjowLjAsIkhlaWdodCI6MC4wLCJCb3JkZXJTdHlsZSI6eyIkaWQiOiIxODEiLCJMaW5lQ29sb3IiOm51bGwsIkxpbmVXZWlnaHQiOjAuMCwiTGluZVR5cGUiOjAsIlBhcmVudFN0eWxlIjpudWxsfSwiUGFyZW50U3R5bGUiOm51bGx9LCJEYXRlU3R5bGUiOnsiJGlkIjoiMTgyIiwiRm9udFNldHRpbmdzIjp7IiRpZCI6IjE4MyIsIkZvbnRTaXplIjoxMCwiRm9udE5hbWUiOiJDYWxpYnJpIiwiSXNCb2xkIjpmYWxzZSwiSXNJdGFsaWMiOmZhbHNlLCJJc1VuZGVybGluZWQiOmZhbHNlLCJQYXJlbnRTdHlsZSI6bnVsbH0sIkF1dG9TaXplIjowLCJGb3JlZ3JvdW5kIjp7IiRpZCI6IjE4NCIsIkNvbG9yIjp7IiRyZWYiOiIxMjEifX0sIk1heFdpZHRoIjoyMDAuMCwiTWF4SGVpZ2h0IjoiSW5maW5pdHkiLCJTbWFydEZvcmVncm91bmRJc0FjdGl2ZSI6ZmFsc2UsIkhvcml6b250YWxBbGlnbm1lbnQiOjA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xODUiLCJMaW5lQ29sb3IiOm51bGwsIkxpbmVXZWlnaHQiOjAuMCwiTGluZVR5cGUiOjAsIlBhcmVudFN0eWxlIjpudWxsfSwiUGFyZW50U3R5bGUiOm51bGx9LCJEYXRlRm9ybWF0Ijp7IiRyZWYiOiIxMjUifSwiSXNWaXNpYmxlIjp0cnVlLCJQYXJlbnRTdHlsZSI6bnVsbH0sIkluZGV4IjoxLCJTbWFydER1cmF0aW9uQWN0aXZhdGVkIjpmYWxzZSwiRGF0ZUZvcm1hdCI6eyIkcmVmIjoiMTI1In0sIklkIjoiOTkwNWQ5OTQtOGZkMi00OTE2LWE5ZWItMmFkNGIzNmQxODlhIiwiSW1wb3J0SWQiOm51bGwsIlRpdGxlIjoiU3ByaW50IDEiLCJOb3RlIjpudWxsLCJIeXBlcmxpbmsiOm51bGwsIklzQ2hhbmdlZCI6ZmFsc2UsIklzTmV3IjpmYWxzZX0seyIkaWQiOiIxODYiLCJHcm91cE5hbWUiOm51bGwsIlN0YXJ0RGF0ZSI6IjIwMTgtMDItMDFUMDA6MDA6MDBaIiwiRW5kRGF0ZSI6IjIwMTgtMDItMjhUMjM6NTk6MDBaIiwiUGVyY2VudGFnZUNvbXBsZXRlIjpudWxsLCJTdHlsZSI6eyIkaWQiOiIxODciLCJTaGFwZSI6MCwiU2hhcGVUaGlja25lc3MiOjEsIkR1cmF0aW9uRm9ybWF0IjowLCJJbmNsdWRlTm9uV29ya2luZ0RheXNJbkR1cmF0aW9uIjpmYWxzZSwiUGVyY2VudGFnZUNvbXBsZXRlU3R5bGUiOnsiJGlkIjoiMTg4IiwiRm9udFNldHRpbmdzIjp7IiRpZCI6IjE4OSIsIkZvbnRTaXplIjoxMCwiRm9udE5hbWUiOiJDYWxpYnJpIiwiSXNCb2xkIjpmYWxzZSwiSXNJdGFsaWMiOmZhbHNlLCJJc1VuZGVybGluZWQiOmZhbHNlLCJQYXJlbnRTdHlsZSI6bnVsbH0sIkF1dG9TaXplIjowLCJGb3JlZ3JvdW5kIjp7IiRpZCI6IjE5MCIsIkNvbG9yIjp7IiRyZWYiOiI4NiJ9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5MSIsIkxpbmVDb2xvciI6bnVsbCwiTGluZVdlaWdodCI6MC4wLCJMaW5lVHlwZSI6MCwiUGFyZW50U3R5bGUiOm51bGx9LCJQYXJlbnRTdHlsZSI6bnVsbH0sIkR1cmF0aW9uU3R5bGUiOnsiJGlkIjoiMTkyIiwiRm9udFNldHRpbmdzIjp7IiRpZCI6IjE5MyIsIkZvbnRTaXplIjoxMCwiRm9udE5hbWUiOiJDYWxpYnJpIiwiSXNCb2xkIjpmYWxzZSwiSXNJdGFsaWMiOmZhbHNlLCJJc1VuZGVybGluZWQiOmZhbHNlLCJQYXJlbnRTdHlsZSI6bnVsbH0sIkF1dG9TaXplIjowLCJGb3JlZ3JvdW5kIjp7IiRpZCI6IjE5NCIsIkNvbG9yIjp7IiRyZWYiOiI5MyJ9fSwiTWF4V2lkdGgiOjIwMC4wLCJNYXhIZWlnaHQiOiJJbmZpbml0eSIsIlNtYXJ0Rm9yZWdyb3VuZElzQWN0aXZlIjpmYWxzZSwiSG9yaXpvbnRhbEFsaWdubWVudCI6MCwiVmVydGljYWxBbGlnbm1lbnQiOjAsIlNtYXJ0Rm9yZWdyb3VuZCI6bnVsbCwiQmFja2dyb3VuZEZpbGxUeXBlIjowLCJNYXJnaW4iOnsiJHJlZiI6Ijk0In0sIlBhZGRpbmciOnsiJHJlZiI6Ijk1In0sIkJhY2tncm91bmQiOnsiJHJlZiI6Ijk2In0sIklzVmlzaWJsZSI6dHJ1ZSwiV2lkdGgiOjAuMCwiSGVpZ2h0IjowLjAsIkJvcmRlclN0eWxlIjp7IiRpZCI6IjE5NSIsIkxpbmVDb2xvciI6bnVsbCwiTGluZVdlaWdodCI6MC4wLCJMaW5lVHlwZSI6MCwiUGFyZW50U3R5bGUiOm51bGx9LCJQYXJlbnRTdHlsZSI6bnVsbH0sIkhvcml6b250YWxDb25uZWN0b3JTdHlsZSI6eyIkaWQiOiIxOTYiLCJMaW5lQ29sb3IiOnsiJHJlZiI6Ijk4In0sIkxpbmVXZWlnaHQiOjEuMCwiTGluZVR5cGUiOjAsIlBhcmVudFN0eWxlIjpudWxsfSwiVmVydGljYWxDb25uZWN0b3JTdHlsZSI6eyIkaWQiOiIxOTciLCJMaW5lQ29sb3IiOnsiJHJlZiI6IjEwM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nRydWUsIlBlcmNlbnRhZ2VDb21wbGV0ZVNoYXBlT3BhY2l0eSI6MzUsIlNoYXBlU3R5bGUiOnsiJGlkIjoiMTk4IiwiTWFyZ2luIjp7IiRyZWYiOiIxMDQifSwiUGFkZGluZyI6eyIkcmVmIjoiMTA1In0sIkJhY2tncm91bmQiOnsiJGlkIjoiMTk5IiwiQ29sb3IiOnsiJGlkIjoiMjAwIiwiQSI6MjU1LCJSIjoyMzcsIkciOjEyNSwiQiI6NDl9fSwiSXNWaXNpYmxlIjp0cnVlLCJXaWR0aCI6MC4wLCJIZWlnaHQiOjE2LjAsIkJvcmRlclN0eWxlIjp7IiRpZCI6IjIwMSIsIkxpbmVDb2xvciI6eyIkcmVmIjoiMTA5In0sIkxpbmVXZWlnaHQiOjAuMCwiTGluZVR5cGUiOjAsIlBhcmVudFN0eWxlIjpudWxsfSwiUGFyZW50U3R5bGUiOm51bGx9LCJUaXRsZVN0eWxlIjp7IiRpZCI6IjIwMiIsIkZvbnRTZXR0aW5ncyI6eyIkaWQiOiIyMDMiLCJGb250U2l6ZSI6MTEsIkZvbnROYW1lIjoiQ2FsaWJyaSIsIklzQm9sZCI6dHJ1ZSwiSXNJdGFsaWMiOmZhbHNlLCJJc1VuZGVybGluZWQiOmZhbHNlLCJQYXJlbnRTdHlsZSI6bnVsbH0sIkF1dG9TaXplIjowLCJGb3JlZ3JvdW5kIjp7IiRpZCI6IjIwNCIsIkNvbG9yIjp7IiRyZWYiOiIxMTQifX0sIk1heFdpZHRoIjo5NjAuMCwiTWF4SGVpZ2h0IjoiSW5maW5pdHkiLCJTbWFydEZvcmVncm91bmRJc0FjdGl2ZSI6ZmFsc2UsIkhvcml6b250YWxBbGlnbm1lbnQiOjAsIlZlcnRpY2FsQWxpZ25tZW50IjowLCJTbWFydEZvcmVncm91bmQiOm51bGwsIkJhY2tncm91bmRGaWxsVHlwZSI6MCwiTWFyZ2luIjp7IiRyZWYiOiIxMTUifSwiUGFkZGluZyI6eyIkcmVmIjoiMTE2In0sIkJhY2tncm91bmQiOnsiJHJlZiI6IjExNyJ9LCJJc1Zpc2libGUiOnRydWUsIldpZHRoIjowLjAsIkhlaWdodCI6MC4wLCJCb3JkZXJTdHlsZSI6eyIkaWQiOiIyMDUiLCJMaW5lQ29sb3IiOm51bGwsIkxpbmVXZWlnaHQiOjAuMCwiTGluZVR5cGUiOjAsIlBhcmVudFN0eWxlIjpudWxsfSwiUGFyZW50U3R5bGUiOm51bGx9LCJEYXRlU3R5bGUiOnsiJGlkIjoiMjA2IiwiRm9udFNldHRpbmdzIjp7IiRpZCI6IjIwNyIsIkZvbnRTaXplIjoxMCwiRm9udE5hbWUiOiJDYWxpYnJpIiwiSXNCb2xkIjpmYWxzZSwiSXNJdGFsaWMiOmZhbHNlLCJJc1VuZGVybGluZWQiOmZhbHNlLCJQYXJlbnRTdHlsZSI6bnVsbH0sIkF1dG9TaXplIjowLCJGb3JlZ3JvdW5kIjp7IiRpZCI6IjIwOCIsIkNvbG9yIjp7IiRyZWYiOiIxMjEifX0sIk1heFdpZHRoIjoyMDAuMCwiTWF4SGVpZ2h0IjoiSW5maW5pdHkiLCJTbWFydEZvcmVncm91bmRJc0FjdGl2ZSI6ZmFsc2UsIkhvcml6b250YWxBbGlnbm1lbnQiOjA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yMDkiLCJMaW5lQ29sb3IiOm51bGwsIkxpbmVXZWlnaHQiOjAuMCwiTGluZVR5cGUiOjAsIlBhcmVudFN0eWxlIjpudWxsfSwiUGFyZW50U3R5bGUiOm51bGx9LCJEYXRlRm9ybWF0Ijp7IiRyZWYiOiIxMjUifSwiSXNWaXNpYmxlIjp0cnVlLCJQYXJlbnRTdHlsZSI6bnVsbH0sIkluZGV4IjoyLCJTbWFydER1cmF0aW9uQWN0aXZhdGVkIjpmYWxzZSwiRGF0ZUZvcm1hdCI6eyIkcmVmIjoiMTI1In0sIklkIjoiZjM5MDQyNzgtMTZlOS00OTg0LWJlZGQtYjU2MGQzYzc2YjU1IiwiSW1wb3J0SWQiOm51bGwsIlRpdGxlIjoiU3ByaW50IDIiLCJOb3RlIjpudWxsLCJIeXBlcmxpbmsiOm51bGwsIklzQ2hhbmdlZCI6ZmFsc2UsIklzTmV3IjpmYWxzZX0seyIkaWQiOiIyMTAiLCJHcm91cE5hbWUiOm51bGwsIlN0YXJ0RGF0ZSI6IjIwMTgtMDMtMDFUMDA6MDA6MDBaIiwiRW5kRGF0ZSI6IjIwMTgtMDMtMzBUMjM6NTk6MDBaIiwiUGVyY2VudGFnZUNvbXBsZXRlIjpudWxsLCJTdHlsZSI6eyIkaWQiOiIyMTEiLCJTaGFwZSI6MCwiU2hhcGVUaGlja25lc3MiOjEsIkR1cmF0aW9uRm9ybWF0IjowLCJJbmNsdWRlTm9uV29ya2luZ0RheXNJbkR1cmF0aW9uIjpmYWxzZSwiUGVyY2VudGFnZUNvbXBsZXRlU3R5bGUiOnsiJGlkIjoiMjEyIiwiRm9udFNldHRpbmdzIjp7IiRpZCI6IjIxMyIsIkZvbnRTaXplIjoxMCwiRm9udE5hbWUiOiJDYWxpYnJpIiwiSXNCb2xkIjpmYWxzZSwiSXNJdGFsaWMiOmZhbHNlLCJJc1VuZGVybGluZWQiOmZhbHNlLCJQYXJlbnRTdHlsZSI6bnVsbH0sIkF1dG9TaXplIjowLCJGb3JlZ3JvdW5kIjp7IiRpZCI6IjIxNCIsIkNvbG9yIjp7IiRyZWYiOiI4NiJ9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IxNSIsIkxpbmVDb2xvciI6bnVsbCwiTGluZVdlaWdodCI6MC4wLCJMaW5lVHlwZSI6MCwiUGFyZW50U3R5bGUiOm51bGx9LCJQYXJlbnRTdHlsZSI6bnVsbH0sIkR1cmF0aW9uU3R5bGUiOnsiJGlkIjoiMjE2IiwiRm9udFNldHRpbmdzIjp7IiRpZCI6IjIxNyIsIkZvbnRTaXplIjoxMCwiRm9udE5hbWUiOiJDYWxpYnJpIiwiSXNCb2xkIjpmYWxzZSwiSXNJdGFsaWMiOmZhbHNlLCJJc1VuZGVybGluZWQiOmZhbHNlLCJQYXJlbnRTdHlsZSI6bnVsbH0sIkF1dG9TaXplIjowLCJGb3JlZ3JvdW5kIjp7IiRpZCI6IjIxOCIsIkNvbG9yIjp7IiRyZWYiOiI5MyJ9fSwiTWF4V2lkdGgiOjIwMC4wLCJNYXhIZWlnaHQiOiJJbmZpbml0eSIsIlNtYXJ0Rm9yZWdyb3VuZElzQWN0aXZlIjpmYWxzZSwiSG9yaXpvbnRhbEFsaWdubWVudCI6MCwiVmVydGljYWxBbGlnbm1lbnQiOjAsIlNtYXJ0Rm9yZWdyb3VuZCI6bnVsbCwiQmFja2dyb3VuZEZpbGxUeXBlIjowLCJNYXJnaW4iOnsiJHJlZiI6Ijk0In0sIlBhZGRpbmciOnsiJHJlZiI6Ijk1In0sIkJhY2tncm91bmQiOnsiJHJlZiI6Ijk2In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HJlZiI6Ijk4In0sIkxpbmVXZWlnaHQiOjEuMCwiTGluZVR5cGUiOjAsIlBhcmVudFN0eWxlIjpudWxsfSwiVmVydGljYWxDb25uZWN0b3JTdHlsZSI6eyIkaWQiOiIyMjEiLCJMaW5lQ29sb3IiOnsiJHJlZiI6IjEwM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nRydWUsIlBlcmNlbnRhZ2VDb21wbGV0ZVNoYXBlT3BhY2l0eSI6MzUsIlNoYXBlU3R5bGUiOnsiJGlkIjoiMjIyIiwiTWFyZ2luIjp7IiRyZWYiOiIxMDQifSwiUGFkZGluZyI6eyIkcmVmIjoiMTA1In0sIkJhY2tncm91bmQiOnsiJGlkIjoiMjIzIiwiQ29sb3IiOnsiJGlkIjoiMjI0IiwiQSI6MjU1LCJSIjoyNTUsIkciOjE5MiwiQiI6MH19LCJJc1Zpc2libGUiOnRydWUsIldpZHRoIjowLjAsIkhlaWdodCI6MTYuMCwiQm9yZGVyU3R5bGUiOnsiJGlkIjoiMjI1IiwiTGluZUNvbG9yIjp7IiRyZWYiOiIxMDkifSwiTGluZVdlaWdodCI6MC4wLCJMaW5lVHlwZSI6MCwiUGFyZW50U3R5bGUiOm51bGx9LCJQYXJlbnRTdHlsZSI6bnVsbH0sIlRpdGxlU3R5bGUiOnsiJGlkIjoiMjI2IiwiRm9udFNldHRpbmdzIjp7IiRpZCI6IjIyNyIsIkZvbnRTaXplIjoxMSwiRm9udE5hbWUiOiJDYWxpYnJpIiwiSXNCb2xkIjp0cnVlLCJJc0l0YWxpYyI6ZmFsc2UsIklzVW5kZXJsaW5lZCI6ZmFsc2UsIlBhcmVudFN0eWxlIjpudWxsfSwiQXV0b1NpemUiOjAsIkZvcmVncm91bmQiOnsiJGlkIjoiMjI4IiwiQ29sb3IiOnsiJHJlZiI6IjExNCJ9fSwiTWF4V2lkdGgiOjk2MC4wLCJNYXhIZWlnaHQiOiJJbmZpbml0eSIsIlNtYXJ0Rm9yZWdyb3VuZElzQWN0aXZlIjpmYWxzZSwiSG9yaXpvbnRhbEFsaWdubWVudCI6MCwiVmVydGljYWxBbGlnbm1lbnQiOjAsIlNtYXJ0Rm9yZWdyb3VuZCI6bnVsbCwiQmFja2dyb3VuZEZpbGxUeXBlIjowLCJNYXJnaW4iOnsiJHJlZiI6IjExNSJ9LCJQYWRkaW5nIjp7IiRyZWYiOiIxMTYifSwiQmFja2dyb3VuZCI6eyIkcmVmIjoiMTE3In0sIklzVmlzaWJsZSI6dHJ1ZSwiV2lkdGgiOjAuMCwiSGVpZ2h0IjowLjAsIkJvcmRlclN0eWxlIjp7IiRpZCI6IjIyOSIsIkxpbmVDb2xvciI6bnVsbCwiTGluZVdlaWdodCI6MC4wLCJMaW5lVHlwZSI6MCwiUGFyZW50U3R5bGUiOm51bGx9LCJQYXJlbnRTdHlsZSI6bnVsbH0sIkRhdGVTdHlsZSI6eyIkaWQiOiIyMzAiLCJGb250U2V0dGluZ3MiOnsiJGlkIjoiMjMxIiwiRm9udFNpemUiOjEwLCJGb250TmFtZSI6IkNhbGlicmkiLCJJc0JvbGQiOmZhbHNlLCJJc0l0YWxpYyI6ZmFsc2UsIklzVW5kZXJsaW5lZCI6ZmFsc2UsIlBhcmVudFN0eWxlIjpudWxsfSwiQXV0b1NpemUiOjAsIkZvcmVncm91bmQiOnsiJGlkIjoiMjMyIiwiQ29sb3IiOnsiJHJlZiI6IjEyMSJ9fSwiTWF4V2lkdGgiOjIwMC4wLCJNYXhIZWlnaHQiOiJJbmZpbml0eSIsIlNtYXJ0Rm9yZWdyb3VuZElzQWN0aXZlIjpmYWxzZSwiSG9yaXpvbnRhbEFsaWdubWVudCI6MC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zMyIsIkxpbmVDb2xvciI6bnVsbCwiTGluZVdlaWdodCI6MC4wLCJMaW5lVHlwZSI6MCwiUGFyZW50U3R5bGUiOm51bGx9LCJQYXJlbnRTdHlsZSI6bnVsbH0sIkRhdGVGb3JtYXQiOnsiJHJlZiI6IjEyNSJ9LCJJc1Zpc2libGUiOnRydWUsIlBhcmVudFN0eWxlIjpudWxsfSwiSW5kZXgiOjMsIlNtYXJ0RHVyYXRpb25BY3RpdmF0ZWQiOmZhbHNlLCJEYXRlRm9ybWF0Ijp7IiRyZWYiOiIxMjUifSwiSWQiOiI0YzUyMzQ4Ni03ODA5LTQ2MzAtYTlkMi0wZWM4MDEwMTJiNTciLCJJbXBvcnRJZCI6bnVsbCwiVGl0bGUiOiJTcHJpbnQgMyIsIk5vdGUiOm51bGwsIkh5cGVybGluayI6bnVsbCwiSXNDaGFuZ2VkIjpmYWxzZSwiSXNOZXciOmZhbHNlfSx7IiRpZCI6IjIzNCIsIkdyb3VwTmFtZSI6bnVsbCwiU3RhcnREYXRlIjoiMjAxOC0wNC0wMlQwMDowMDowMFoiLCJFbmREYXRlIjoiMjAxOC0wNC0zMFQyMzo1OTowMFoiLCJQZXJjZW50YWdlQ29tcGxldGUiOm51bGwsIlN0eWxlIjp7IiRpZCI6IjIzNSIsIlNoYXBlIjowLCJTaGFwZVRoaWNrbmVzcyI6MSwiRHVyYXRpb25Gb3JtYXQiOjAsIkluY2x1ZGVOb25Xb3JraW5nRGF5c0luRHVyYXRpb24iOmZhbHNlLCJQZXJjZW50YWdlQ29tcGxldGVTdHlsZSI6eyIkaWQiOiIyMzYiLCJGb250U2V0dGluZ3MiOnsiJGlkIjoiMjM3IiwiRm9udFNpemUiOjEwLCJGb250TmFtZSI6IkNhbGlicmkiLCJJc0JvbGQiOmZhbHNlLCJJc0l0YWxpYyI6ZmFsc2UsIklzVW5kZXJsaW5lZCI6ZmFsc2UsIlBhcmVudFN0eWxlIjpudWxsfSwiQXV0b1NpemUiOjAsIkZvcmVncm91bmQiOnsiJGlkIjoiMjM4IiwiQ29sb3IiOnsiJHJlZiI6Ijg2In1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M5IiwiTGluZUNvbG9yIjpudWxsLCJMaW5lV2VpZ2h0IjowLjAsIkxpbmVUeXBlIjowLCJQYXJlbnRTdHlsZSI6bnVsbH0sIlBhcmVudFN0eWxlIjpudWxsfSwiRHVyYXRpb25TdHlsZSI6eyIkaWQiOiIyNDAiLCJGb250U2V0dGluZ3MiOnsiJGlkIjoiMjQxIiwiRm9udFNpemUiOjEwLCJGb250TmFtZSI6IkNhbGlicmkiLCJJc0JvbGQiOmZhbHNlLCJJc0l0YWxpYyI6ZmFsc2UsIklzVW5kZXJsaW5lZCI6ZmFsc2UsIlBhcmVudFN0eWxlIjpudWxsfSwiQXV0b1NpemUiOjAsIkZvcmVncm91bmQiOnsiJGlkIjoiMjQyIiwiQ29sb3IiOnsiJHJlZiI6IjkzIn19LCJNYXhXaWR0aCI6MjAwLjAsIk1heEhlaWdodCI6IkluZmluaXR5IiwiU21hcnRGb3JlZ3JvdW5kSXNBY3RpdmUiOmZhbHNlLCJIb3Jpem9udGFsQWxpZ25tZW50IjowLCJWZXJ0aWNhbEFsaWdubWVudCI6MCwiU21hcnRGb3JlZ3JvdW5kIjpudWxsLCJCYWNrZ3JvdW5kRmlsbFR5cGUiOjAsIk1hcmdpbiI6eyIkcmVmIjoiOTQifSwiUGFkZGluZyI6eyIkcmVmIjoiOTUifSwiQmFja2dyb3VuZCI6eyIkcmVmIjoiOTYifSwiSXNWaXNpYmxlIjp0cnVlLCJXaWR0aCI6MC4wLCJIZWlnaHQiOjAuMCwiQm9yZGVyU3R5bGUiOnsiJGlkIjoiMjQzIiwiTGluZUNvbG9yIjpudWxsLCJMaW5lV2VpZ2h0IjowLjAsIkxpbmVUeXBlIjowLCJQYXJlbnRTdHlsZSI6bnVsbH0sIlBhcmVudFN0eWxlIjpudWxsfSwiSG9yaXpvbnRhbENvbm5lY3RvclN0eWxlIjp7IiRpZCI6IjI0NCIsIkxpbmVDb2xvciI6eyIkcmVmIjoiOTgifSwiTGluZVdlaWdodCI6MS4wLCJMaW5lVHlwZSI6MCwiUGFyZW50U3R5bGUiOm51bGx9LCJWZXJ0aWNhbENvbm5lY3RvclN0eWxlIjp7IiRpZCI6IjI0NSIsIkxpbmVDb2xvciI6eyIkcmVmIjoiMTAx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yNDYiLCJNYXJnaW4iOnsiJHJlZiI6IjEwNCJ9LCJQYWRkaW5nIjp7IiRyZWYiOiIxMDUifSwiQmFja2dyb3VuZCI6eyIkaWQiOiIyNDciLCJDb2xvciI6eyIkaWQiOiIyNDgiLCJBIjoyNTUsIlIiOjExMiwiRyI6MTczLCJCIjo3MX19LCJJc1Zpc2libGUiOnRydWUsIldpZHRoIjowLjAsIkhlaWdodCI6MTYuMCwiQm9yZGVyU3R5bGUiOnsiJGlkIjoiMjQ5IiwiTGluZUNvbG9yIjp7IiRyZWYiOiIxMDkifSwiTGluZVdlaWdodCI6MC4wLCJMaW5lVHlwZSI6MCwiUGFyZW50U3R5bGUiOm51bGx9LCJQYXJlbnRTdHlsZSI6bnVsbH0sIlRpdGxlU3R5bGUiOnsiJGlkIjoiMjUwIiwiRm9udFNldHRpbmdzIjp7IiRpZCI6IjI1MSIsIkZvbnRTaXplIjoxMSwiRm9udE5hbWUiOiJDYWxpYnJpIiwiSXNCb2xkIjp0cnVlLCJJc0l0YWxpYyI6ZmFsc2UsIklzVW5kZXJsaW5lZCI6ZmFsc2UsIlBhcmVudFN0eWxlIjpudWxsfSwiQXV0b1NpemUiOjAsIkZvcmVncm91bmQiOnsiJGlkIjoiMjUyIiwiQ29sb3IiOnsiJHJlZiI6IjExNCJ9fSwiTWF4V2lkdGgiOjk2MC4wLCJNYXhIZWlnaHQiOiJJbmZpbml0eSIsIlNtYXJ0Rm9yZWdyb3VuZElzQWN0aXZlIjpmYWxzZSwiSG9yaXpvbnRhbEFsaWdubWVudCI6MCwiVmVydGljYWxBbGlnbm1lbnQiOjAsIlNtYXJ0Rm9yZWdyb3VuZCI6bnVsbCwiQmFja2dyb3VuZEZpbGxUeXBlIjowLCJNYXJnaW4iOnsiJHJlZiI6IjExNSJ9LCJQYWRkaW5nIjp7IiRyZWYiOiIxMTYifSwiQmFja2dyb3VuZCI6eyIkcmVmIjoiMTE3In0sIklzVmlzaWJsZSI6dHJ1ZSwiV2lkdGgiOjAuMCwiSGVpZ2h0IjowLjAsIkJvcmRlclN0eWxlIjp7IiRpZCI6IjI1MyIsIkxpbmVDb2xvciI6bnVsbCwiTGluZVdlaWdodCI6MC4wLCJMaW5lVHlwZSI6MCwiUGFyZW50U3R5bGUiOm51bGx9LCJQYXJlbnRTdHlsZSI6bnVsbH0sIkRhdGVTdHlsZSI6eyIkaWQiOiIyNTQiLCJGb250U2V0dGluZ3MiOnsiJGlkIjoiMjU1IiwiRm9udFNpemUiOjEwLCJGb250TmFtZSI6IkNhbGlicmkiLCJJc0JvbGQiOmZhbHNlLCJJc0l0YWxpYyI6ZmFsc2UsIklzVW5kZXJsaW5lZCI6ZmFsc2UsIlBhcmVudFN0eWxlIjpudWxsfSwiQXV0b1NpemUiOjAsIkZvcmVncm91bmQiOnsiJGlkIjoiMjU2IiwiQ29sb3IiOnsiJHJlZiI6IjEyMSJ9fSwiTWF4V2lkdGgiOjIwMC4wLCJNYXhIZWlnaHQiOiJJbmZpbml0eSIsIlNtYXJ0Rm9yZWdyb3VuZElzQWN0aXZlIjpmYWxzZSwiSG9yaXpvbnRhbEFsaWdubWVudCI6MC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1NyIsIkxpbmVDb2xvciI6bnVsbCwiTGluZVdlaWdodCI6MC4wLCJMaW5lVHlwZSI6MCwiUGFyZW50U3R5bGUiOm51bGx9LCJQYXJlbnRTdHlsZSI6bnVsbH0sIkRhdGVGb3JtYXQiOnsiJHJlZiI6IjEyNSJ9LCJJc1Zpc2libGUiOnRydWUsIlBhcmVudFN0eWxlIjpudWxsfSwiSW5kZXgiOjUsIlNtYXJ0RHVyYXRpb25BY3RpdmF0ZWQiOmZhbHNlLCJEYXRlRm9ybWF0Ijp7IiRyZWYiOiIxMjUifSwiSWQiOiJiODMzZWY1Ni1jODM0LTQxYjgtYWFlOS1mOGFhMDAwZjA1YzciLCJJbXBvcnRJZCI6bnVsbCwiVGl0bGUiOiJTcHJpbnQgNCIsIk5vdGUiOm51bGwsIkh5cGVybGluayI6bnVsbCwiSXNDaGFuZ2VkIjpmYWxzZSwiSXNOZXciOmZhbHNlfSx7IiRpZCI6IjI1OCIsIkdyb3VwTmFtZSI6bnVsbCwiU3RhcnREYXRlIjoiMjAxOC0wNS0wMVQwMDowMDowMFoiLCJFbmREYXRlIjoiMjAxOC0wNS0zMVQyMzo1OTowMFoiLCJQZXJjZW50YWdlQ29tcGxldGUiOm51bGwsIlN0eWxlIjp7IiRpZCI6IjI1OSIsIlNoYXBlIjowLCJTaGFwZVRoaWNrbmVzcyI6MSwiRHVyYXRpb25Gb3JtYXQiOjAsIkluY2x1ZGVOb25Xb3JraW5nRGF5c0luRHVyYXRpb24iOmZhbHNlLCJQZXJjZW50YWdlQ29tcGxldGVTdHlsZSI6eyIkaWQiOiIyNjAiLCJGb250U2V0dGluZ3MiOnsiJGlkIjoiMjYxIiwiRm9udFNpemUiOjEwLCJGb250TmFtZSI6IkNhbGlicmkiLCJJc0JvbGQiOmZhbHNlLCJJc0l0YWxpYyI6ZmFsc2UsIklzVW5kZXJsaW5lZCI6ZmFsc2UsIlBhcmVudFN0eWxlIjpudWxsfSwiQXV0b1NpemUiOjAsIkZvcmVncm91bmQiOnsiJGlkIjoiMjYyIiwiQ29sb3IiOnsiJHJlZiI6Ijg2In1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YzIiwiTGluZUNvbG9yIjpudWxsLCJMaW5lV2VpZ2h0IjowLjAsIkxpbmVUeXBlIjowLCJQYXJlbnRTdHlsZSI6bnVsbH0sIlBhcmVudFN0eWxlIjpudWxsfSwiRHVyYXRpb25TdHlsZSI6eyIkaWQiOiIyNjQiLCJGb250U2V0dGluZ3MiOnsiJGlkIjoiMjY1IiwiRm9udFNpemUiOjEwLCJGb250TmFtZSI6IkNhbGlicmkiLCJJc0JvbGQiOmZhbHNlLCJJc0l0YWxpYyI6ZmFsc2UsIklzVW5kZXJsaW5lZCI6ZmFsc2UsIlBhcmVudFN0eWxlIjpudWxsfSwiQXV0b1NpemUiOjAsIkZvcmVncm91bmQiOnsiJGlkIjoiMjY2IiwiQ29sb3IiOnsiJHJlZiI6IjkzIn19LCJNYXhXaWR0aCI6MjAwLjAsIk1heEhlaWdodCI6IkluZmluaXR5IiwiU21hcnRGb3JlZ3JvdW5kSXNBY3RpdmUiOmZhbHNlLCJIb3Jpem9udGFsQWxpZ25tZW50IjowLCJWZXJ0aWNhbEFsaWdubWVudCI6MCwiU21hcnRGb3JlZ3JvdW5kIjpudWxsLCJCYWNrZ3JvdW5kRmlsbFR5cGUiOjAsIk1hcmdpbiI6eyIkcmVmIjoiOTQifSwiUGFkZGluZyI6eyIkcmVmIjoiOTUifSwiQmFja2dyb3VuZCI6eyIkcmVmIjoiOTYifSwiSXNWaXNpYmxlIjp0cnVlLCJXaWR0aCI6MC4wLCJIZWlnaHQiOjAuMCwiQm9yZGVyU3R5bGUiOnsiJGlkIjoiMjY3IiwiTGluZUNvbG9yIjpudWxsLCJMaW5lV2VpZ2h0IjowLjAsIkxpbmVUeXBlIjowLCJQYXJlbnRTdHlsZSI6bnVsbH0sIlBhcmVudFN0eWxlIjpudWxsfSwiSG9yaXpvbnRhbENvbm5lY3RvclN0eWxlIjp7IiRpZCI6IjI2OCIsIkxpbmVDb2xvciI6eyIkcmVmIjoiOTgifSwiTGluZVdlaWdodCI6MS4wLCJMaW5lVHlwZSI6MCwiUGFyZW50U3R5bGUiOm51bGx9LCJWZXJ0aWNhbENvbm5lY3RvclN0eWxlIjp7IiRpZCI6IjI2OSIsIkxpbmVDb2xvciI6eyIkcmVmIjoiMTAx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yNzAiLCJNYXJnaW4iOnsiJHJlZiI6IjEwNCJ9LCJQYWRkaW5nIjp7IiRyZWYiOiIxMDUifSwiQmFja2dyb3VuZCI6eyIkaWQiOiIyNzEiLCJDb2xvciI6eyIkaWQiOiIyNzIiLCJBIjoyNTUsIlIiOjExMSwiRyI6NDksIkIiOjE1Mn19LCJJc1Zpc2libGUiOnRydWUsIldpZHRoIjowLjAsIkhlaWdodCI6MTYuMCwiQm9yZGVyU3R5bGUiOnsiJGlkIjoiMjczIiwiTGluZUNvbG9yIjp7IiRyZWYiOiIxMDkifSwiTGluZVdlaWdodCI6MC4wLCJMaW5lVHlwZSI6MCwiUGFyZW50U3R5bGUiOm51bGx9LCJQYXJlbnRTdHlsZSI6bnVsbH0sIlRpdGxlU3R5bGUiOnsiJGlkIjoiMjc0IiwiRm9udFNldHRpbmdzIjp7IiRpZCI6IjI3NSIsIkZvbnRTaXplIjoxMSwiRm9udE5hbWUiOiJDYWxpYnJpIiwiSXNCb2xkIjp0cnVlLCJJc0l0YWxpYyI6ZmFsc2UsIklzVW5kZXJsaW5lZCI6ZmFsc2UsIlBhcmVudFN0eWxlIjpudWxsfSwiQXV0b1NpemUiOjAsIkZvcmVncm91bmQiOnsiJGlkIjoiMjc2IiwiQ29sb3IiOnsiJHJlZiI6IjExNCJ9fSwiTWF4V2lkdGgiOjk2MC4wLCJNYXhIZWlnaHQiOiJJbmZpbml0eSIsIlNtYXJ0Rm9yZWdyb3VuZElzQWN0aXZlIjpmYWxzZSwiSG9yaXpvbnRhbEFsaWdubWVudCI6MCwiVmVydGljYWxBbGlnbm1lbnQiOjAsIlNtYXJ0Rm9yZWdyb3VuZCI6bnVsbCwiQmFja2dyb3VuZEZpbGxUeXBlIjowLCJNYXJnaW4iOnsiJHJlZiI6IjExNSJ9LCJQYWRkaW5nIjp7IiRyZWYiOiIxMTYifSwiQmFja2dyb3VuZCI6eyIkcmVmIjoiMTE3In0sIklzVmlzaWJsZSI6dHJ1ZSwiV2lkdGgiOjAuMCwiSGVpZ2h0IjowLjAsIkJvcmRlclN0eWxlIjp7IiRpZCI6IjI3NyIsIkxpbmVDb2xvciI6bnVsbCwiTGluZVdlaWdodCI6MC4wLCJMaW5lVHlwZSI6MCwiUGFyZW50U3R5bGUiOm51bGx9LCJQYXJlbnRTdHlsZSI6bnVsbH0sIkRhdGVTdHlsZSI6eyIkaWQiOiIyNzgiLCJGb250U2V0dGluZ3MiOnsiJGlkIjoiMjc5IiwiRm9udFNpemUiOjEwLCJGb250TmFtZSI6IkNhbGlicmkiLCJJc0JvbGQiOmZhbHNlLCJJc0l0YWxpYyI6ZmFsc2UsIklzVW5kZXJsaW5lZCI6ZmFsc2UsIlBhcmVudFN0eWxlIjpudWxsfSwiQXV0b1NpemUiOjAsIkZvcmVncm91bmQiOnsiJGlkIjoiMjgwIiwiQ29sb3IiOnsiJHJlZiI6IjEyMSJ9fSwiTWF4V2lkdGgiOjIwMC4wLCJNYXhIZWlnaHQiOiJJbmZpbml0eSIsIlNtYXJ0Rm9yZWdyb3VuZElzQWN0aXZlIjpmYWxzZSwiSG9yaXpvbnRhbEFsaWdubWVudCI6MC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4MSIsIkxpbmVDb2xvciI6bnVsbCwiTGluZVdlaWdodCI6MC4wLCJMaW5lVHlwZSI6MCwiUGFyZW50U3R5bGUiOm51bGx9LCJQYXJlbnRTdHlsZSI6bnVsbH0sIkRhdGVGb3JtYXQiOnsiJHJlZiI6IjEyNSJ9LCJJc1Zpc2libGUiOnRydWUsIlBhcmVudFN0eWxlIjpudWxsfSwiSW5kZXgiOjYsIlNtYXJ0RHVyYXRpb25BY3RpdmF0ZWQiOmZhbHNlLCJEYXRlRm9ybWF0Ijp7IiRyZWYiOiIxMjUifSwiSWQiOiI1YzIyMzNhYS00Y2RmLTQ3MWMtYTNkYS1hYjkyNzZmNjUxZjIiLCJJbXBvcnRJZCI6bnVsbCwiVGl0bGUiOiJTcHJpbnQgNSIsIk5vdGUiOm51bGwsIkh5cGVybGluayI6bnVsbCwiSXNDaGFuZ2VkIjpmYWxzZSwiSXNOZXciOmZhbHNlfSx7IiRpZCI6IjI4MiIsIkdyb3VwTmFtZSI6bnVsbCwiU3RhcnREYXRlIjoiMjAxOC0wNi0wMVQwMDowMDowMFoiLCJFbmREYXRlIjoiMjAxOC0wNi0yOVQyMzo1OTowMFoiLCJQZXJjZW50YWdlQ29tcGxldGUiOm51bGwsIlN0eWxlIjp7IiRpZCI6IjI4MyIsIlNoYXBlIjowLCJTaGFwZVRoaWNrbmVzcyI6MSwiRHVyYXRpb25Gb3JtYXQiOjAsIkluY2x1ZGVOb25Xb3JraW5nRGF5c0luRHVyYXRpb24iOmZhbHNlLCJQZXJjZW50YWdlQ29tcGxldGVTdHlsZSI6eyIkaWQiOiIyODQiLCJGb250U2V0dGluZ3MiOnsiJGlkIjoiMjg1IiwiRm9udFNpemUiOjEwLCJGb250TmFtZSI6IkNhbGlicmkiLCJJc0JvbGQiOmZhbHNlLCJJc0l0YWxpYyI6ZmFsc2UsIklzVW5kZXJsaW5lZCI6ZmFsc2UsIlBhcmVudFN0eWxlIjpudWxsfSwiQXV0b1NpemUiOjAsIkZvcmVncm91bmQiOnsiJGlkIjoiMjg2IiwiQ29sb3IiOnsiJHJlZiI6Ijg2In1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g3IiwiTGluZUNvbG9yIjpudWxsLCJMaW5lV2VpZ2h0IjowLjAsIkxpbmVUeXBlIjowLCJQYXJlbnRTdHlsZSI6bnVsbH0sIlBhcmVudFN0eWxlIjpudWxsfSwiRHVyYXRpb25TdHlsZSI6eyIkaWQiOiIyODgiLCJGb250U2V0dGluZ3MiOnsiJGlkIjoiMjg5IiwiRm9udFNpemUiOjEwLCJGb250TmFtZSI6IkNhbGlicmkiLCJJc0JvbGQiOmZhbHNlLCJJc0l0YWxpYyI6ZmFsc2UsIklzVW5kZXJsaW5lZCI6ZmFsc2UsIlBhcmVudFN0eWxlIjpudWxsfSwiQXV0b1NpemUiOjAsIkZvcmVncm91bmQiOnsiJGlkIjoiMjkwIiwiQ29sb3IiOnsiJHJlZiI6IjkzIn19LCJNYXhXaWR0aCI6MjAwLjAsIk1heEhlaWdodCI6IkluZmluaXR5IiwiU21hcnRGb3JlZ3JvdW5kSXNBY3RpdmUiOmZhbHNlLCJIb3Jpem9udGFsQWxpZ25tZW50IjowLCJWZXJ0aWNhbEFsaWdubWVudCI6MCwiU21hcnRGb3JlZ3JvdW5kIjpudWxsLCJCYWNrZ3JvdW5kRmlsbFR5cGUiOjAsIk1hcmdpbiI6eyIkcmVmIjoiOTQifSwiUGFkZGluZyI6eyIkcmVmIjoiOTUifSwiQmFja2dyb3VuZCI6eyIkcmVmIjoiOTYifSwiSXNWaXNpYmxlIjp0cnVlLCJXaWR0aCI6MC4wLCJIZWlnaHQiOjAuMCwiQm9yZGVyU3R5bGUiOnsiJGlkIjoiMjkxIiwiTGluZUNvbG9yIjpudWxsLCJMaW5lV2VpZ2h0IjowLjAsIkxpbmVUeXBlIjowLCJQYXJlbnRTdHlsZSI6bnVsbH0sIlBhcmVudFN0eWxlIjpudWxsfSwiSG9yaXpvbnRhbENvbm5lY3RvclN0eWxlIjp7IiRpZCI6IjI5MiIsIkxpbmVDb2xvciI6eyIkcmVmIjoiOTgifSwiTGluZVdlaWdodCI6MS4wLCJMaW5lVHlwZSI6MCwiUGFyZW50U3R5bGUiOm51bGx9LCJWZXJ0aWNhbENvbm5lY3RvclN0eWxlIjp7IiRpZCI6IjI5MyIsIkxpbmVDb2xvciI6eyIkcmVmIjoiMTAx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yOTQiLCJNYXJnaW4iOnsiJHJlZiI6IjEwNCJ9LCJQYWRkaW5nIjp7IiRyZWYiOiIxMDUifSwiQmFja2dyb3VuZCI6eyIkaWQiOiIyOTUiLCJDb2xvciI6eyIkaWQiOiIyOTYiLCJBIjoyNTUsIlIiOjE3OCwiRyI6MTQsIkIiOjE4fX0sIklzVmlzaWJsZSI6dHJ1ZSwiV2lkdGgiOjAuMCwiSGVpZ2h0IjoxNi4wLCJCb3JkZXJTdHlsZSI6eyIkaWQiOiIyOTciLCJMaW5lQ29sb3IiOnsiJHJlZiI6IjEwOSJ9LCJMaW5lV2VpZ2h0IjowLjAsIkxpbmVUeXBlIjowLCJQYXJlbnRTdHlsZSI6bnVsbH0sIlBhcmVudFN0eWxlIjpudWxsfSwiVGl0bGVTdHlsZSI6eyIkaWQiOiIyOTgiLCJGb250U2V0dGluZ3MiOnsiJGlkIjoiMjk5IiwiRm9udFNpemUiOjExLCJGb250TmFtZSI6IkNhbGlicmkiLCJJc0JvbGQiOnRydWUsIklzSXRhbGljIjpmYWxzZSwiSXNVbmRlcmxpbmVkIjpmYWxzZSwiUGFyZW50U3R5bGUiOm51bGx9LCJBdXRvU2l6ZSI6MCwiRm9yZWdyb3VuZCI6eyIkaWQiOiIzMDAiLCJDb2xvciI6eyIkcmVmIjoiMTE0In19LCJNYXhXaWR0aCI6OTYwLjAsIk1heEhlaWdodCI6IkluZmluaXR5IiwiU21hcnRGb3JlZ3JvdW5kSXNBY3RpdmUiOmZhbHNlLCJIb3Jpem9udGFsQWxpZ25tZW50IjowLCJWZXJ0aWNhbEFsaWdubWVudCI6MCwiU21hcnRGb3JlZ3JvdW5kIjpudWxsLCJCYWNrZ3JvdW5kRmlsbFR5cGUiOjAsIk1hcmdpbiI6eyIkcmVmIjoiMTE1In0sIlBhZGRpbmciOnsiJHJlZiI6IjExNiJ9LCJCYWNrZ3JvdW5kIjp7IiRyZWYiOiIxMTcifSwiSXNWaXNpYmxlIjp0cnVlLCJXaWR0aCI6MC4wLCJIZWlnaHQiOjAuMCwiQm9yZGVyU3R5bGUiOnsiJGlkIjoiMzAxIiwiTGluZUNvbG9yIjpudWxsLCJMaW5lV2VpZ2h0IjowLjAsIkxpbmVUeXBlIjowLCJQYXJlbnRTdHlsZSI6bnVsbH0sIlBhcmVudFN0eWxlIjpudWxsfSwiRGF0ZVN0eWxlIjp7IiRpZCI6IjMwMiIsIkZvbnRTZXR0aW5ncyI6eyIkaWQiOiIzMDMiLCJGb250U2l6ZSI6MTAsIkZvbnROYW1lIjoiQ2FsaWJyaSIsIklzQm9sZCI6ZmFsc2UsIklzSXRhbGljIjpmYWxzZSwiSXNVbmRlcmxpbmVkIjpmYWxzZSwiUGFyZW50U3R5bGUiOm51bGx9LCJBdXRvU2l6ZSI6MCwiRm9yZWdyb3VuZCI6eyIkaWQiOiIzMDQiLCJDb2xvciI6eyIkcmVmIjoiMTIxIn19LCJNYXhXaWR0aCI6MjAwLjAsIk1heEhlaWdodCI6IkluZmluaXR5IiwiU21hcnRGb3JlZ3JvdW5kSXNBY3RpdmUiOmZhbHNlLCJIb3Jpem9udGFsQWxpZ25tZW50Ijow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zA1IiwiTGluZUNvbG9yIjpudWxsLCJMaW5lV2VpZ2h0IjowLjAsIkxpbmVUeXBlIjowLCJQYXJlbnRTdHlsZSI6bnVsbH0sIlBhcmVudFN0eWxlIjpudWxsfSwiRGF0ZUZvcm1hdCI6eyIkcmVmIjoiMTI1In0sIklzVmlzaWJsZSI6dHJ1ZSwiUGFyZW50U3R5bGUiOm51bGx9LCJJbmRleCI6NywiU21hcnREdXJhdGlvbkFjdGl2YXRlZCI6ZmFsc2UsIkRhdGVGb3JtYXQiOnsiJHJlZiI6IjEyNSJ9LCJJZCI6IjVmYjgzNzEyLWQ5OTgtNDg2Ny05NDcxLTM4MTBjNWYzNzk2MCIsIkltcG9ydElkIjpudWxsLCJUaXRsZSI6IlNwcmludCA2IiwiTm90ZSI6bnVsbCwiSHlwZXJsaW5rIjpudWxsLCJJc0NoYW5nZWQiOmZhbHNlLCJJc05ldyI6ZmFsc2V9XSwiTXNQcm9qZWN0SXRlbXNUcmVlIjp7IiRpZCI6IjMwNiIsIlJvb3QiOnsiSW1wb3J0SWQiOm51bGwsIklzSW1wb3J0ZWQiOmZhbHNlLCJDaGlsZHJlbiI6W119fSwiTWV0YWRhdGEiOnsiJGlkIjoiMzA3IiwiUmVjZW50Q29sb3JzQ29sbGVjdGlvbiI6IltcIiNGRkIyMEUxMlwiLFwiI0ZGNkYzMTk4XCIsXCIjRkY3MEFENDdcIixcIiNGRkVBMTYxRVwiLFwiI0ZGRkZDMDAwXCIsXCIjRkZFRDdEMzFcIl0ifSwiU2V0dGluZ3MiOnsiJGlkIjoiMzA4IiwiSW1wYU9wdGlvbnMiOnsiJGlkIjoiMzA5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zMTAiLCJVc2VUaW1lIjpmYWxzZSwiV29ya0RheVN0YXJ0IjoiMDA6MDA6MDAiLCJXb3JrRGF5RW5kIjoiMjM6NTk6MDAifSwiTGFzdFVzZWRUZW1wbGF0ZUlkIjoiNzM1NWI2MzMtYWM2Ni00NTI4LThiNGQtMjk5ZmFlZGM5ZWU5In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756</TotalTime>
  <Words>81</Words>
  <Application>Microsoft Office PowerPoint</Application>
  <PresentationFormat>Panorámica</PresentationFormat>
  <Paragraphs>33</Paragraphs>
  <Slides>1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Wingdings 2</vt:lpstr>
      <vt:lpstr>HDOfficeLightV0</vt:lpstr>
      <vt:lpstr>1_HDOfficeLightV0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del título</dc:title>
  <dc:creator>Hector Bravo Consultor GE</dc:creator>
  <cp:lastModifiedBy>Hector Bravo Consultor GE</cp:lastModifiedBy>
  <cp:revision>51</cp:revision>
  <dcterms:created xsi:type="dcterms:W3CDTF">2018-09-14T20:39:04Z</dcterms:created>
  <dcterms:modified xsi:type="dcterms:W3CDTF">2018-09-24T14:49:03Z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